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659" r:id="rId3"/>
    <p:sldId id="862" r:id="rId4"/>
    <p:sldId id="1066" r:id="rId5"/>
    <p:sldId id="1271" r:id="rId6"/>
    <p:sldId id="1477" r:id="rId7"/>
    <p:sldId id="1684" r:id="rId8"/>
    <p:sldId id="1892" r:id="rId9"/>
    <p:sldId id="210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A80EF-F872-4CFE-AACC-6B45E60A8FED}" v="6" dt="2026-10-28T03:37:05.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1" d="100"/>
          <a:sy n="101" d="100"/>
        </p:scale>
        <p:origin x="876" y="10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CBA80EF-F872-4CFE-AACC-6B45E60A8FED}"/>
    <pc:docChg chg="mod addSld modSld modMainMaster setSldSz">
      <pc:chgData name="" userId="" providerId="" clId="Web-{3CBA80EF-F872-4CFE-AACC-6B45E60A8FED}" dt="2026-10-28T03:39:10.881" v="13" actId="34807"/>
      <pc:docMkLst>
        <pc:docMk/>
      </pc:docMkLst>
      <pc:sldChg chg="addSp modSp mod setBg modNotesTx">
        <pc:chgData name="" userId="" providerId="" clId="Web-{3CBA80EF-F872-4CFE-AACC-6B45E60A8FED}" dt="2026-10-28T03:39:10.881" v="13" actId="34807"/>
        <pc:sldMkLst>
          <pc:docMk/>
          <pc:sldMk cId="0" sldId="256"/>
        </pc:sldMkLst>
        <pc:spChg chg="add mod">
          <ac:chgData name="" userId="" providerId="" clId="Web-{3CBA80EF-F872-4CFE-AACC-6B45E60A8FED}" dt="2026-10-28T03:35:15.491" v="3" actId="34807"/>
          <ac:spMkLst>
            <pc:docMk/>
            <pc:sldMk cId="0" sldId="256"/>
            <ac:spMk id="2" creationId="{B58CDD00-1FE1-563F-7DB9-3C2C5E179A52}"/>
          </ac:spMkLst>
        </pc:spChg>
        <pc:spChg chg="add mod">
          <ac:chgData name="" userId="" providerId="" clId="Web-{3CBA80EF-F872-4CFE-AACC-6B45E60A8FED}" dt="2026-10-28T03:35:15.491" v="3" actId="34807"/>
          <ac:spMkLst>
            <pc:docMk/>
            <pc:sldMk cId="0" sldId="256"/>
            <ac:spMk id="4" creationId="{44403779-1BF6-39A1-C8C7-3FA78EEFCA29}"/>
          </ac:spMkLst>
        </pc:spChg>
        <pc:spChg chg="add mod">
          <ac:chgData name="" userId="" providerId="" clId="Web-{3CBA80EF-F872-4CFE-AACC-6B45E60A8FED}" dt="2026-10-28T03:39:10.881" v="13" actId="34807"/>
          <ac:spMkLst>
            <pc:docMk/>
            <pc:sldMk cId="0" sldId="256"/>
            <ac:spMk id="7" creationId="{D6AAE5B7-EF1F-68F6-D23E-36D19BB7D2C5}"/>
          </ac:spMkLst>
        </pc:spChg>
        <pc:spChg chg="add mod">
          <ac:chgData name="" userId="" providerId="" clId="Web-{3CBA80EF-F872-4CFE-AACC-6B45E60A8FED}" dt="2026-10-28T03:39:10.881" v="13" actId="34807"/>
          <ac:spMkLst>
            <pc:docMk/>
            <pc:sldMk cId="0" sldId="256"/>
            <ac:spMk id="11" creationId="{6C6C06F7-6D39-38CB-138B-85453DD77FC4}"/>
          </ac:spMkLst>
        </pc:spChg>
        <pc:spChg chg="add mod">
          <ac:chgData name="" userId="" providerId="" clId="Web-{3CBA80EF-F872-4CFE-AACC-6B45E60A8FED}" dt="2026-10-28T03:35:15.491" v="3" actId="34807"/>
          <ac:spMkLst>
            <pc:docMk/>
            <pc:sldMk cId="0" sldId="256"/>
            <ac:spMk id="16" creationId="{94A09A17-6ECE-A174-A33C-1C6CE388ECB1}"/>
          </ac:spMkLst>
        </pc:spChg>
        <pc:spChg chg="add mod">
          <ac:chgData name="" userId="" providerId="" clId="Web-{3CBA80EF-F872-4CFE-AACC-6B45E60A8FED}" dt="2026-10-28T03:35:15.491" v="3" actId="34807"/>
          <ac:spMkLst>
            <pc:docMk/>
            <pc:sldMk cId="0" sldId="256"/>
            <ac:spMk id="22" creationId="{2238AB1B-924D-B3F0-687C-23169E396535}"/>
          </ac:spMkLst>
        </pc:spChg>
        <pc:spChg chg="add mod">
          <ac:chgData name="" userId="" providerId="" clId="Web-{3CBA80EF-F872-4CFE-AACC-6B45E60A8FED}" dt="2026-10-28T03:35:15.491" v="3" actId="34807"/>
          <ac:spMkLst>
            <pc:docMk/>
            <pc:sldMk cId="0" sldId="256"/>
            <ac:spMk id="29" creationId="{A55009DF-D812-8431-5BD5-263F03BC87AC}"/>
          </ac:spMkLst>
        </pc:spChg>
      </pc:sldChg>
      <pc:sldChg chg="addSp delSp modSp add mod setBg modNotesTx">
        <pc:chgData name="" userId="" providerId="" clId="Web-{3CBA80EF-F872-4CFE-AACC-6B45E60A8FED}" dt="2026-10-28T03:39:10.881" v="13" actId="34807"/>
        <pc:sldMkLst>
          <pc:docMk/>
          <pc:sldMk cId="2115599560" sldId="457"/>
        </pc:sldMkLst>
        <pc:spChg chg="add del mod">
          <ac:chgData name="" userId="" providerId="" clId="Web-{3CBA80EF-F872-4CFE-AACC-6B45E60A8FED}" dt="2026-10-28T03:39:10.881" v="13" actId="34807"/>
          <ac:spMkLst>
            <pc:docMk/>
            <pc:sldMk cId="2115599560" sldId="457"/>
            <ac:spMk id="37" creationId="{867F9412-961C-1208-C11F-756A3D400D8F}"/>
          </ac:spMkLst>
        </pc:spChg>
        <pc:spChg chg="add mod">
          <ac:chgData name="" userId="" providerId="" clId="Web-{3CBA80EF-F872-4CFE-AACC-6B45E60A8FED}" dt="2026-10-28T03:35:15.491" v="3" actId="34807"/>
          <ac:spMkLst>
            <pc:docMk/>
            <pc:sldMk cId="2115599560" sldId="457"/>
            <ac:spMk id="46" creationId="{D49B0519-C14D-FB1C-9166-0F402F6E5C73}"/>
          </ac:spMkLst>
        </pc:spChg>
        <pc:spChg chg="add mod">
          <ac:chgData name="" userId="" providerId="" clId="Web-{3CBA80EF-F872-4CFE-AACC-6B45E60A8FED}" dt="2026-10-28T03:35:15.491" v="3" actId="34807"/>
          <ac:spMkLst>
            <pc:docMk/>
            <pc:sldMk cId="2115599560" sldId="457"/>
            <ac:spMk id="56" creationId="{A07D8190-ED52-908A-5F21-5C7E7F7AAC32}"/>
          </ac:spMkLst>
        </pc:spChg>
        <pc:spChg chg="add mod">
          <ac:chgData name="" userId="" providerId="" clId="Web-{3CBA80EF-F872-4CFE-AACC-6B45E60A8FED}" dt="2026-10-28T03:39:05.944" v="12" actId="34807"/>
          <ac:spMkLst>
            <pc:docMk/>
            <pc:sldMk cId="2115599560" sldId="457"/>
            <ac:spMk id="225" creationId="{05366B41-C6DF-8DCE-5D69-94FCF32F9C7D}"/>
          </ac:spMkLst>
        </pc:spChg>
        <pc:picChg chg="add">
          <ac:chgData name="" userId="" providerId="" clId="Web-{3CBA80EF-F872-4CFE-AACC-6B45E60A8FED}" dt="2026-10-28T03:35:31.398" v="4" actId="34807"/>
          <ac:picMkLst>
            <pc:docMk/>
            <pc:sldMk cId="2115599560" sldId="457"/>
            <ac:picMk id="93" creationId="{4F16DDD5-7A97-B887-0B7C-7B9A47A9D451}"/>
          </ac:picMkLst>
        </pc:picChg>
      </pc:sldChg>
      <pc:sldChg chg="addSp delSp modSp add mod setBg modNotesTx">
        <pc:chgData name="" userId="" providerId="" clId="Web-{3CBA80EF-F872-4CFE-AACC-6B45E60A8FED}" dt="2026-10-28T03:39:10.881" v="13" actId="34807"/>
        <pc:sldMkLst>
          <pc:docMk/>
          <pc:sldMk cId="700001214" sldId="659"/>
        </pc:sldMkLst>
        <pc:spChg chg="add del mod">
          <ac:chgData name="" userId="" providerId="" clId="Web-{3CBA80EF-F872-4CFE-AACC-6B45E60A8FED}" dt="2026-10-28T03:39:10.881" v="13" actId="34807"/>
          <ac:spMkLst>
            <pc:docMk/>
            <pc:sldMk cId="700001214" sldId="659"/>
            <ac:spMk id="67" creationId="{6C4647A3-2C72-286C-CF2B-6DAC4DC6A3BE}"/>
          </ac:spMkLst>
        </pc:spChg>
        <pc:spChg chg="add mod">
          <ac:chgData name="" userId="" providerId="" clId="Web-{3CBA80EF-F872-4CFE-AACC-6B45E60A8FED}" dt="2026-10-28T03:35:15.491" v="3" actId="34807"/>
          <ac:spMkLst>
            <pc:docMk/>
            <pc:sldMk cId="700001214" sldId="659"/>
            <ac:spMk id="79" creationId="{1A66452F-C919-501C-1064-9ACA68D8F51C}"/>
          </ac:spMkLst>
        </pc:spChg>
        <pc:spChg chg="add mod">
          <ac:chgData name="" userId="" providerId="" clId="Web-{3CBA80EF-F872-4CFE-AACC-6B45E60A8FED}" dt="2026-10-28T03:35:15.491" v="3" actId="34807"/>
          <ac:spMkLst>
            <pc:docMk/>
            <pc:sldMk cId="700001214" sldId="659"/>
            <ac:spMk id="92" creationId="{FFF9D3AF-4DDC-8D5C-9ED1-F89D571B2026}"/>
          </ac:spMkLst>
        </pc:spChg>
        <pc:spChg chg="add mod">
          <ac:chgData name="" userId="" providerId="" clId="Web-{3CBA80EF-F872-4CFE-AACC-6B45E60A8FED}" dt="2026-10-28T03:39:05.944" v="12" actId="34807"/>
          <ac:spMkLst>
            <pc:docMk/>
            <pc:sldMk cId="700001214" sldId="659"/>
            <ac:spMk id="227" creationId="{6DF616C3-E69C-CB50-897E-7E731D39754D}"/>
          </ac:spMkLst>
        </pc:spChg>
        <pc:picChg chg="add">
          <ac:chgData name="" userId="" providerId="" clId="Web-{3CBA80EF-F872-4CFE-AACC-6B45E60A8FED}" dt="2026-10-28T03:35:31.398" v="4" actId="34807"/>
          <ac:picMkLst>
            <pc:docMk/>
            <pc:sldMk cId="700001214" sldId="659"/>
            <ac:picMk id="94" creationId="{60732C5D-6FDD-C8E4-D2A8-A9CB38C4FFD5}"/>
          </ac:picMkLst>
        </pc:picChg>
      </pc:sldChg>
      <pc:sldChg chg="addSp delSp modSp add mod setBg modNotesTx">
        <pc:chgData name="" userId="" providerId="" clId="Web-{3CBA80EF-F872-4CFE-AACC-6B45E60A8FED}" dt="2026-10-28T03:39:10.881" v="13" actId="34807"/>
        <pc:sldMkLst>
          <pc:docMk/>
          <pc:sldMk cId="3595427523" sldId="862"/>
        </pc:sldMkLst>
        <pc:spChg chg="add del mod">
          <ac:chgData name="" userId="" providerId="" clId="Web-{3CBA80EF-F872-4CFE-AACC-6B45E60A8FED}" dt="2026-10-28T03:39:10.881" v="13" actId="34807"/>
          <ac:spMkLst>
            <pc:docMk/>
            <pc:sldMk cId="3595427523" sldId="862"/>
            <ac:spMk id="95" creationId="{A984EBD7-99DD-69DD-B20B-A0556D07203B}"/>
          </ac:spMkLst>
        </pc:spChg>
        <pc:spChg chg="add mod">
          <ac:chgData name="" userId="" providerId="" clId="Web-{3CBA80EF-F872-4CFE-AACC-6B45E60A8FED}" dt="2026-10-28T03:36:02.524" v="6" actId="34807"/>
          <ac:spMkLst>
            <pc:docMk/>
            <pc:sldMk cId="3595427523" sldId="862"/>
            <ac:spMk id="97" creationId="{9E65D2F8-ED85-C9D9-5B16-3231C5629EBE}"/>
          </ac:spMkLst>
        </pc:spChg>
        <pc:spChg chg="add mod">
          <ac:chgData name="" userId="" providerId="" clId="Web-{3CBA80EF-F872-4CFE-AACC-6B45E60A8FED}" dt="2026-10-28T03:36:02.524" v="6" actId="34807"/>
          <ac:spMkLst>
            <pc:docMk/>
            <pc:sldMk cId="3595427523" sldId="862"/>
            <ac:spMk id="100" creationId="{9CDFD335-4727-25A4-E98F-7D5D43395550}"/>
          </ac:spMkLst>
        </pc:spChg>
        <pc:spChg chg="add mod">
          <ac:chgData name="" userId="" providerId="" clId="Web-{3CBA80EF-F872-4CFE-AACC-6B45E60A8FED}" dt="2026-10-28T03:39:05.944" v="12" actId="34807"/>
          <ac:spMkLst>
            <pc:docMk/>
            <pc:sldMk cId="3595427523" sldId="862"/>
            <ac:spMk id="230" creationId="{0D80180A-59B1-6B03-A170-401EA9E0D703}"/>
          </ac:spMkLst>
        </pc:spChg>
        <pc:picChg chg="add">
          <ac:chgData name="" userId="" providerId="" clId="Web-{3CBA80EF-F872-4CFE-AACC-6B45E60A8FED}" dt="2026-10-28T03:36:18.243" v="7" actId="34807"/>
          <ac:picMkLst>
            <pc:docMk/>
            <pc:sldMk cId="3595427523" sldId="862"/>
            <ac:picMk id="140" creationId="{A88AA9E5-CF24-69FA-607F-8DDA8066F77E}"/>
          </ac:picMkLst>
        </pc:picChg>
      </pc:sldChg>
      <pc:sldChg chg="addSp delSp modSp add mod setBg modNotesTx">
        <pc:chgData name="" userId="" providerId="" clId="Web-{3CBA80EF-F872-4CFE-AACC-6B45E60A8FED}" dt="2026-10-28T03:39:10.881" v="13" actId="34807"/>
        <pc:sldMkLst>
          <pc:docMk/>
          <pc:sldMk cId="4251267589" sldId="1066"/>
        </pc:sldMkLst>
        <pc:spChg chg="add del mod">
          <ac:chgData name="" userId="" providerId="" clId="Web-{3CBA80EF-F872-4CFE-AACC-6B45E60A8FED}" dt="2026-10-28T03:39:10.881" v="13" actId="34807"/>
          <ac:spMkLst>
            <pc:docMk/>
            <pc:sldMk cId="4251267589" sldId="1066"/>
            <ac:spMk id="104" creationId="{8867E67A-6A6E-DBEF-BAEE-BA3306ACBBE8}"/>
          </ac:spMkLst>
        </pc:spChg>
        <pc:spChg chg="add mod">
          <ac:chgData name="" userId="" providerId="" clId="Web-{3CBA80EF-F872-4CFE-AACC-6B45E60A8FED}" dt="2026-10-28T03:36:02.524" v="6" actId="34807"/>
          <ac:spMkLst>
            <pc:docMk/>
            <pc:sldMk cId="4251267589" sldId="1066"/>
            <ac:spMk id="109" creationId="{8844468D-097C-7D56-9295-5166E848DD34}"/>
          </ac:spMkLst>
        </pc:spChg>
        <pc:spChg chg="add mod">
          <ac:chgData name="" userId="" providerId="" clId="Web-{3CBA80EF-F872-4CFE-AACC-6B45E60A8FED}" dt="2026-10-28T03:36:02.524" v="6" actId="34807"/>
          <ac:spMkLst>
            <pc:docMk/>
            <pc:sldMk cId="4251267589" sldId="1066"/>
            <ac:spMk id="115" creationId="{11D61889-00A5-068E-2A60-AEC6209043F2}"/>
          </ac:spMkLst>
        </pc:spChg>
        <pc:spChg chg="add mod">
          <ac:chgData name="" userId="" providerId="" clId="Web-{3CBA80EF-F872-4CFE-AACC-6B45E60A8FED}" dt="2026-10-28T03:39:05.944" v="12" actId="34807"/>
          <ac:spMkLst>
            <pc:docMk/>
            <pc:sldMk cId="4251267589" sldId="1066"/>
            <ac:spMk id="234" creationId="{61218A6B-0B18-2CC6-C8D2-5A348AB50B8A}"/>
          </ac:spMkLst>
        </pc:spChg>
        <pc:picChg chg="add">
          <ac:chgData name="" userId="" providerId="" clId="Web-{3CBA80EF-F872-4CFE-AACC-6B45E60A8FED}" dt="2026-10-28T03:36:18.243" v="7" actId="34807"/>
          <ac:picMkLst>
            <pc:docMk/>
            <pc:sldMk cId="4251267589" sldId="1066"/>
            <ac:picMk id="141" creationId="{C7A8FF41-06E4-B5FE-2C57-3D762EF72FB9}"/>
          </ac:picMkLst>
        </pc:picChg>
      </pc:sldChg>
      <pc:sldChg chg="addSp delSp modSp add mod setBg modNotesTx">
        <pc:chgData name="" userId="" providerId="" clId="Web-{3CBA80EF-F872-4CFE-AACC-6B45E60A8FED}" dt="2026-10-28T03:39:10.881" v="13" actId="34807"/>
        <pc:sldMkLst>
          <pc:docMk/>
          <pc:sldMk cId="156303977" sldId="1271"/>
        </pc:sldMkLst>
        <pc:spChg chg="add del mod">
          <ac:chgData name="" userId="" providerId="" clId="Web-{3CBA80EF-F872-4CFE-AACC-6B45E60A8FED}" dt="2026-10-28T03:39:10.881" v="13" actId="34807"/>
          <ac:spMkLst>
            <pc:docMk/>
            <pc:sldMk cId="156303977" sldId="1271"/>
            <ac:spMk id="122" creationId="{4C07E567-9F45-1491-2727-54E16FF353DF}"/>
          </ac:spMkLst>
        </pc:spChg>
        <pc:spChg chg="add mod">
          <ac:chgData name="" userId="" providerId="" clId="Web-{3CBA80EF-F872-4CFE-AACC-6B45E60A8FED}" dt="2026-10-28T03:36:02.524" v="6" actId="34807"/>
          <ac:spMkLst>
            <pc:docMk/>
            <pc:sldMk cId="156303977" sldId="1271"/>
            <ac:spMk id="130" creationId="{45E26BF7-2354-E3AE-EDA4-26AD2BF04671}"/>
          </ac:spMkLst>
        </pc:spChg>
        <pc:spChg chg="add mod">
          <ac:chgData name="" userId="" providerId="" clId="Web-{3CBA80EF-F872-4CFE-AACC-6B45E60A8FED}" dt="2026-10-28T03:36:02.524" v="6" actId="34807"/>
          <ac:spMkLst>
            <pc:docMk/>
            <pc:sldMk cId="156303977" sldId="1271"/>
            <ac:spMk id="139" creationId="{638388D7-CDB1-32B7-C445-31634AD8230B}"/>
          </ac:spMkLst>
        </pc:spChg>
        <pc:spChg chg="add mod">
          <ac:chgData name="" userId="" providerId="" clId="Web-{3CBA80EF-F872-4CFE-AACC-6B45E60A8FED}" dt="2026-10-28T03:39:05.944" v="12" actId="34807"/>
          <ac:spMkLst>
            <pc:docMk/>
            <pc:sldMk cId="156303977" sldId="1271"/>
            <ac:spMk id="239" creationId="{02B320C7-A13B-E8A6-5267-14A81B729CEF}"/>
          </ac:spMkLst>
        </pc:spChg>
        <pc:picChg chg="add">
          <ac:chgData name="" userId="" providerId="" clId="Web-{3CBA80EF-F872-4CFE-AACC-6B45E60A8FED}" dt="2026-10-28T03:36:18.243" v="7" actId="34807"/>
          <ac:picMkLst>
            <pc:docMk/>
            <pc:sldMk cId="156303977" sldId="1271"/>
            <ac:picMk id="142" creationId="{E6D83E09-87AA-457E-84E0-0B6367B4E68F}"/>
          </ac:picMkLst>
        </pc:picChg>
      </pc:sldChg>
      <pc:sldChg chg="addSp delSp modSp add mod setBg modNotesTx">
        <pc:chgData name="" userId="" providerId="" clId="Web-{3CBA80EF-F872-4CFE-AACC-6B45E60A8FED}" dt="2026-10-28T03:39:10.881" v="13" actId="34807"/>
        <pc:sldMkLst>
          <pc:docMk/>
          <pc:sldMk cId="3827755116" sldId="1477"/>
        </pc:sldMkLst>
        <pc:spChg chg="add del mod">
          <ac:chgData name="" userId="" providerId="" clId="Web-{3CBA80EF-F872-4CFE-AACC-6B45E60A8FED}" dt="2026-10-28T03:39:10.881" v="13" actId="34807"/>
          <ac:spMkLst>
            <pc:docMk/>
            <pc:sldMk cId="3827755116" sldId="1477"/>
            <ac:spMk id="143" creationId="{13DD2CB0-7A69-C025-BA9A-28446ADA9395}"/>
          </ac:spMkLst>
        </pc:spChg>
        <pc:spChg chg="add mod">
          <ac:chgData name="" userId="" providerId="" clId="Web-{3CBA80EF-F872-4CFE-AACC-6B45E60A8FED}" dt="2026-10-28T03:36:49.415" v="9" actId="34807"/>
          <ac:spMkLst>
            <pc:docMk/>
            <pc:sldMk cId="3827755116" sldId="1477"/>
            <ac:spMk id="145" creationId="{DB169427-84B0-DB8C-1826-9662E1F697B9}"/>
          </ac:spMkLst>
        </pc:spChg>
        <pc:spChg chg="add mod">
          <ac:chgData name="" userId="" providerId="" clId="Web-{3CBA80EF-F872-4CFE-AACC-6B45E60A8FED}" dt="2026-10-28T03:36:49.415" v="9" actId="34807"/>
          <ac:spMkLst>
            <pc:docMk/>
            <pc:sldMk cId="3827755116" sldId="1477"/>
            <ac:spMk id="148" creationId="{9F791284-F69B-C5FE-6CE3-98862A84EF6B}"/>
          </ac:spMkLst>
        </pc:spChg>
        <pc:spChg chg="add mod">
          <ac:chgData name="" userId="" providerId="" clId="Web-{3CBA80EF-F872-4CFE-AACC-6B45E60A8FED}" dt="2026-10-28T03:39:05.944" v="12" actId="34807"/>
          <ac:spMkLst>
            <pc:docMk/>
            <pc:sldMk cId="3827755116" sldId="1477"/>
            <ac:spMk id="245" creationId="{05935AD0-EFB9-07CA-D762-932CEFEA1BAD}"/>
          </ac:spMkLst>
        </pc:spChg>
        <pc:picChg chg="add">
          <ac:chgData name="" userId="" providerId="" clId="Web-{3CBA80EF-F872-4CFE-AACC-6B45E60A8FED}" dt="2026-10-28T03:37:05.384" v="10" actId="34807"/>
          <ac:picMkLst>
            <pc:docMk/>
            <pc:sldMk cId="3827755116" sldId="1477"/>
            <ac:picMk id="221" creationId="{1009DCBB-0839-6897-02F7-A91561540333}"/>
          </ac:picMkLst>
        </pc:picChg>
      </pc:sldChg>
      <pc:sldChg chg="addSp delSp modSp add mod setBg modNotesTx">
        <pc:chgData name="" userId="" providerId="" clId="Web-{3CBA80EF-F872-4CFE-AACC-6B45E60A8FED}" dt="2026-10-28T03:39:10.881" v="13" actId="34807"/>
        <pc:sldMkLst>
          <pc:docMk/>
          <pc:sldMk cId="247034936" sldId="1684"/>
        </pc:sldMkLst>
        <pc:spChg chg="add del mod">
          <ac:chgData name="" userId="" providerId="" clId="Web-{3CBA80EF-F872-4CFE-AACC-6B45E60A8FED}" dt="2026-10-28T03:39:10.881" v="13" actId="34807"/>
          <ac:spMkLst>
            <pc:docMk/>
            <pc:sldMk cId="247034936" sldId="1684"/>
            <ac:spMk id="152" creationId="{F20A2B19-C767-C55D-D8A5-831B337CF443}"/>
          </ac:spMkLst>
        </pc:spChg>
        <pc:spChg chg="add mod">
          <ac:chgData name="" userId="" providerId="" clId="Web-{3CBA80EF-F872-4CFE-AACC-6B45E60A8FED}" dt="2026-10-28T03:36:49.415" v="9" actId="34807"/>
          <ac:spMkLst>
            <pc:docMk/>
            <pc:sldMk cId="247034936" sldId="1684"/>
            <ac:spMk id="157" creationId="{87A6E7C8-2744-E434-4140-F916BC49BEBB}"/>
          </ac:spMkLst>
        </pc:spChg>
        <pc:spChg chg="add mod">
          <ac:chgData name="" userId="" providerId="" clId="Web-{3CBA80EF-F872-4CFE-AACC-6B45E60A8FED}" dt="2026-10-28T03:36:49.415" v="9" actId="34807"/>
          <ac:spMkLst>
            <pc:docMk/>
            <pc:sldMk cId="247034936" sldId="1684"/>
            <ac:spMk id="163" creationId="{475D44A8-DF1C-E2B9-F2AE-747359B69A0D}"/>
          </ac:spMkLst>
        </pc:spChg>
        <pc:spChg chg="add mod">
          <ac:chgData name="" userId="" providerId="" clId="Web-{3CBA80EF-F872-4CFE-AACC-6B45E60A8FED}" dt="2026-10-28T03:39:05.944" v="12" actId="34807"/>
          <ac:spMkLst>
            <pc:docMk/>
            <pc:sldMk cId="247034936" sldId="1684"/>
            <ac:spMk id="252" creationId="{A9FB95CB-AB9E-C5B0-46D9-BABF9281E7B7}"/>
          </ac:spMkLst>
        </pc:spChg>
        <pc:picChg chg="add">
          <ac:chgData name="" userId="" providerId="" clId="Web-{3CBA80EF-F872-4CFE-AACC-6B45E60A8FED}" dt="2026-10-28T03:37:05.384" v="10" actId="34807"/>
          <ac:picMkLst>
            <pc:docMk/>
            <pc:sldMk cId="247034936" sldId="1684"/>
            <ac:picMk id="222" creationId="{C91E6F1D-B544-1F45-61FD-DE46F525C201}"/>
          </ac:picMkLst>
        </pc:picChg>
      </pc:sldChg>
      <pc:sldChg chg="addSp delSp modSp add mod setBg modNotesTx">
        <pc:chgData name="" userId="" providerId="" clId="Web-{3CBA80EF-F872-4CFE-AACC-6B45E60A8FED}" dt="2026-10-28T03:39:10.881" v="13" actId="34807"/>
        <pc:sldMkLst>
          <pc:docMk/>
          <pc:sldMk cId="1249098895" sldId="1892"/>
        </pc:sldMkLst>
        <pc:spChg chg="add del mod">
          <ac:chgData name="" userId="" providerId="" clId="Web-{3CBA80EF-F872-4CFE-AACC-6B45E60A8FED}" dt="2026-10-28T03:39:10.881" v="13" actId="34807"/>
          <ac:spMkLst>
            <pc:docMk/>
            <pc:sldMk cId="1249098895" sldId="1892"/>
            <ac:spMk id="170" creationId="{4648492D-2EF4-38EE-0EDA-61B7B3EC5231}"/>
          </ac:spMkLst>
        </pc:spChg>
        <pc:spChg chg="add mod">
          <ac:chgData name="" userId="" providerId="" clId="Web-{3CBA80EF-F872-4CFE-AACC-6B45E60A8FED}" dt="2026-10-28T03:36:49.415" v="9" actId="34807"/>
          <ac:spMkLst>
            <pc:docMk/>
            <pc:sldMk cId="1249098895" sldId="1892"/>
            <ac:spMk id="178" creationId="{15509531-E989-1274-1F5E-F131820D2D57}"/>
          </ac:spMkLst>
        </pc:spChg>
        <pc:spChg chg="add mod">
          <ac:chgData name="" userId="" providerId="" clId="Web-{3CBA80EF-F872-4CFE-AACC-6B45E60A8FED}" dt="2026-10-28T03:36:49.415" v="9" actId="34807"/>
          <ac:spMkLst>
            <pc:docMk/>
            <pc:sldMk cId="1249098895" sldId="1892"/>
            <ac:spMk id="187" creationId="{A3232F36-2859-11A8-000E-80ADD7266DD1}"/>
          </ac:spMkLst>
        </pc:spChg>
        <pc:spChg chg="add mod">
          <ac:chgData name="" userId="" providerId="" clId="Web-{3CBA80EF-F872-4CFE-AACC-6B45E60A8FED}" dt="2026-10-28T03:39:05.944" v="12" actId="34807"/>
          <ac:spMkLst>
            <pc:docMk/>
            <pc:sldMk cId="1249098895" sldId="1892"/>
            <ac:spMk id="260" creationId="{B0C644E7-3E24-249D-405D-1913D3BA9851}"/>
          </ac:spMkLst>
        </pc:spChg>
        <pc:picChg chg="add">
          <ac:chgData name="" userId="" providerId="" clId="Web-{3CBA80EF-F872-4CFE-AACC-6B45E60A8FED}" dt="2026-10-28T03:37:05.384" v="10" actId="34807"/>
          <ac:picMkLst>
            <pc:docMk/>
            <pc:sldMk cId="1249098895" sldId="1892"/>
            <ac:picMk id="223" creationId="{B217CF0B-1215-61E5-8945-C7758A540D2D}"/>
          </ac:picMkLst>
        </pc:picChg>
      </pc:sldChg>
      <pc:sldChg chg="addSp delSp modSp add mod setBg modNotesTx">
        <pc:chgData name="" userId="" providerId="" clId="Web-{3CBA80EF-F872-4CFE-AACC-6B45E60A8FED}" dt="2026-10-28T03:39:10.881" v="13" actId="34807"/>
        <pc:sldMkLst>
          <pc:docMk/>
          <pc:sldMk cId="1958738988" sldId="2101"/>
        </pc:sldMkLst>
        <pc:spChg chg="add del mod">
          <ac:chgData name="" userId="" providerId="" clId="Web-{3CBA80EF-F872-4CFE-AACC-6B45E60A8FED}" dt="2026-10-28T03:39:10.881" v="13" actId="34807"/>
          <ac:spMkLst>
            <pc:docMk/>
            <pc:sldMk cId="1958738988" sldId="2101"/>
            <ac:spMk id="197" creationId="{6EF0C804-3961-4796-199F-85421D3DA2E6}"/>
          </ac:spMkLst>
        </pc:spChg>
        <pc:spChg chg="add mod">
          <ac:chgData name="" userId="" providerId="" clId="Web-{3CBA80EF-F872-4CFE-AACC-6B45E60A8FED}" dt="2026-10-28T03:36:49.415" v="9" actId="34807"/>
          <ac:spMkLst>
            <pc:docMk/>
            <pc:sldMk cId="1958738988" sldId="2101"/>
            <ac:spMk id="208" creationId="{D82014D7-DA67-F997-EC99-E504A2C309DF}"/>
          </ac:spMkLst>
        </pc:spChg>
        <pc:spChg chg="add mod">
          <ac:chgData name="" userId="" providerId="" clId="Web-{3CBA80EF-F872-4CFE-AACC-6B45E60A8FED}" dt="2026-10-28T03:36:49.415" v="9" actId="34807"/>
          <ac:spMkLst>
            <pc:docMk/>
            <pc:sldMk cId="1958738988" sldId="2101"/>
            <ac:spMk id="220" creationId="{214FAEA6-02DD-95E3-CAF5-A10D3A42F8F2}"/>
          </ac:spMkLst>
        </pc:spChg>
        <pc:spChg chg="add mod">
          <ac:chgData name="" userId="" providerId="" clId="Web-{3CBA80EF-F872-4CFE-AACC-6B45E60A8FED}" dt="2026-10-28T03:39:05.944" v="12" actId="34807"/>
          <ac:spMkLst>
            <pc:docMk/>
            <pc:sldMk cId="1958738988" sldId="2101"/>
            <ac:spMk id="269" creationId="{BA79F2BB-938E-2CAD-545E-D6B4EC4BE25B}"/>
          </ac:spMkLst>
        </pc:spChg>
        <pc:picChg chg="add">
          <ac:chgData name="" userId="" providerId="" clId="Web-{3CBA80EF-F872-4CFE-AACC-6B45E60A8FED}" dt="2026-10-28T03:37:05.384" v="10" actId="34807"/>
          <ac:picMkLst>
            <pc:docMk/>
            <pc:sldMk cId="1958738988" sldId="2101"/>
            <ac:picMk id="224" creationId="{C68F8614-2728-814A-B1F2-C7330161E9B0}"/>
          </ac:picMkLst>
        </pc:picChg>
      </pc:sldChg>
      <pc:sldMasterChg chg="modSp modSldLayout">
        <pc:chgData name="" userId="" providerId="" clId="Web-{3CBA80EF-F872-4CFE-AACC-6B45E60A8FED}" dt="2026-10-28T03:34:25.395" v="0" actId="34807"/>
        <pc:sldMasterMkLst>
          <pc:docMk/>
          <pc:sldMasterMk cId="2209977519" sldId="2147483648"/>
        </pc:sldMasterMkLst>
        <pc:spChg chg="mod">
          <ac:chgData name="" userId="" providerId="" clId="Web-{3CBA80EF-F872-4CFE-AACC-6B45E60A8FED}" dt="2026-10-28T03:34:25.395" v="0" actId="34807"/>
          <ac:spMkLst>
            <pc:docMk/>
            <pc:sldMasterMk cId="2209977519" sldId="2147483648"/>
            <ac:spMk id="2" creationId="{00000000-0000-0000-0000-000000000000}"/>
          </ac:spMkLst>
        </pc:spChg>
        <pc:spChg chg="mod">
          <ac:chgData name="" userId="" providerId="" clId="Web-{3CBA80EF-F872-4CFE-AACC-6B45E60A8FED}" dt="2026-10-28T03:34:25.395" v="0" actId="34807"/>
          <ac:spMkLst>
            <pc:docMk/>
            <pc:sldMasterMk cId="2209977519" sldId="2147483648"/>
            <ac:spMk id="3" creationId="{00000000-0000-0000-0000-000000000000}"/>
          </ac:spMkLst>
        </pc:spChg>
        <pc:spChg chg="mod">
          <ac:chgData name="" userId="" providerId="" clId="Web-{3CBA80EF-F872-4CFE-AACC-6B45E60A8FED}" dt="2026-10-28T03:34:25.395" v="0" actId="34807"/>
          <ac:spMkLst>
            <pc:docMk/>
            <pc:sldMasterMk cId="2209977519" sldId="2147483648"/>
            <ac:spMk id="4" creationId="{00000000-0000-0000-0000-000000000000}"/>
          </ac:spMkLst>
        </pc:spChg>
        <pc:spChg chg="mod">
          <ac:chgData name="" userId="" providerId="" clId="Web-{3CBA80EF-F872-4CFE-AACC-6B45E60A8FED}" dt="2026-10-28T03:34:25.395" v="0" actId="34807"/>
          <ac:spMkLst>
            <pc:docMk/>
            <pc:sldMasterMk cId="2209977519" sldId="2147483648"/>
            <ac:spMk id="5" creationId="{00000000-0000-0000-0000-000000000000}"/>
          </ac:spMkLst>
        </pc:spChg>
        <pc:spChg chg="mod">
          <ac:chgData name="" userId="" providerId="" clId="Web-{3CBA80EF-F872-4CFE-AACC-6B45E60A8FED}" dt="2026-10-28T03:34:25.395" v="0" actId="34807"/>
          <ac:spMkLst>
            <pc:docMk/>
            <pc:sldMasterMk cId="2209977519" sldId="2147483648"/>
            <ac:spMk id="6" creationId="{00000000-0000-0000-0000-000000000000}"/>
          </ac:spMkLst>
        </pc:spChg>
        <pc:sldLayoutChg chg="modSp">
          <pc:chgData name="" userId="" providerId="" clId="Web-{3CBA80EF-F872-4CFE-AACC-6B45E60A8FED}" dt="2026-10-28T03:34:25.395" v="0" actId="34807"/>
          <pc:sldLayoutMkLst>
            <pc:docMk/>
            <pc:sldMasterMk cId="2209977519" sldId="2147483648"/>
            <pc:sldLayoutMk cId="3168075583" sldId="2147483649"/>
          </pc:sldLayoutMkLst>
          <pc:spChg chg="mod">
            <ac:chgData name="" userId="" providerId="" clId="Web-{3CBA80EF-F872-4CFE-AACC-6B45E60A8FED}" dt="2026-10-28T03:34:25.395" v="0" actId="34807"/>
            <ac:spMkLst>
              <pc:docMk/>
              <pc:sldMasterMk cId="2209977519" sldId="2147483648"/>
              <pc:sldLayoutMk cId="3168075583" sldId="2147483649"/>
              <ac:spMk id="2" creationId="{00000000-0000-0000-0000-000000000000}"/>
            </ac:spMkLst>
          </pc:spChg>
          <pc:spChg chg="mod">
            <ac:chgData name="" userId="" providerId="" clId="Web-{3CBA80EF-F872-4CFE-AACC-6B45E60A8FED}" dt="2026-10-28T03:34:25.395" v="0" actId="34807"/>
            <ac:spMkLst>
              <pc:docMk/>
              <pc:sldMasterMk cId="2209977519" sldId="2147483648"/>
              <pc:sldLayoutMk cId="3168075583" sldId="2147483649"/>
              <ac:spMk id="3" creationId="{00000000-0000-0000-0000-000000000000}"/>
            </ac:spMkLst>
          </pc:spChg>
        </pc:sldLayoutChg>
        <pc:sldLayoutChg chg="modSp">
          <pc:chgData name="" userId="" providerId="" clId="Web-{3CBA80EF-F872-4CFE-AACC-6B45E60A8FED}" dt="2026-10-28T03:34:25.395" v="0" actId="34807"/>
          <pc:sldLayoutMkLst>
            <pc:docMk/>
            <pc:sldMasterMk cId="2209977519" sldId="2147483648"/>
            <pc:sldLayoutMk cId="960648375" sldId="2147483651"/>
          </pc:sldLayoutMkLst>
          <pc:spChg chg="mod">
            <ac:chgData name="" userId="" providerId="" clId="Web-{3CBA80EF-F872-4CFE-AACC-6B45E60A8FED}" dt="2026-10-28T03:34:25.395" v="0" actId="34807"/>
            <ac:spMkLst>
              <pc:docMk/>
              <pc:sldMasterMk cId="2209977519" sldId="2147483648"/>
              <pc:sldLayoutMk cId="960648375" sldId="2147483651"/>
              <ac:spMk id="2" creationId="{00000000-0000-0000-0000-000000000000}"/>
            </ac:spMkLst>
          </pc:spChg>
          <pc:spChg chg="mod">
            <ac:chgData name="" userId="" providerId="" clId="Web-{3CBA80EF-F872-4CFE-AACC-6B45E60A8FED}" dt="2026-10-28T03:34:25.395" v="0" actId="34807"/>
            <ac:spMkLst>
              <pc:docMk/>
              <pc:sldMasterMk cId="2209977519" sldId="2147483648"/>
              <pc:sldLayoutMk cId="960648375" sldId="2147483651"/>
              <ac:spMk id="3" creationId="{00000000-0000-0000-0000-000000000000}"/>
            </ac:spMkLst>
          </pc:spChg>
        </pc:sldLayoutChg>
        <pc:sldLayoutChg chg="modSp">
          <pc:chgData name="" userId="" providerId="" clId="Web-{3CBA80EF-F872-4CFE-AACC-6B45E60A8FED}" dt="2026-10-28T03:34:25.395" v="0" actId="34807"/>
          <pc:sldLayoutMkLst>
            <pc:docMk/>
            <pc:sldMasterMk cId="2209977519" sldId="2147483648"/>
            <pc:sldLayoutMk cId="2782244947" sldId="2147483652"/>
          </pc:sldLayoutMkLst>
          <pc:spChg chg="mod">
            <ac:chgData name="" userId="" providerId="" clId="Web-{3CBA80EF-F872-4CFE-AACC-6B45E60A8FED}" dt="2026-10-28T03:34:25.395" v="0" actId="34807"/>
            <ac:spMkLst>
              <pc:docMk/>
              <pc:sldMasterMk cId="2209977519" sldId="2147483648"/>
              <pc:sldLayoutMk cId="2782244947" sldId="2147483652"/>
              <ac:spMk id="3" creationId="{00000000-0000-0000-0000-000000000000}"/>
            </ac:spMkLst>
          </pc:spChg>
          <pc:spChg chg="mod">
            <ac:chgData name="" userId="" providerId="" clId="Web-{3CBA80EF-F872-4CFE-AACC-6B45E60A8FED}" dt="2026-10-28T03:34:25.395" v="0" actId="34807"/>
            <ac:spMkLst>
              <pc:docMk/>
              <pc:sldMasterMk cId="2209977519" sldId="2147483648"/>
              <pc:sldLayoutMk cId="2782244947" sldId="2147483652"/>
              <ac:spMk id="4" creationId="{00000000-0000-0000-0000-000000000000}"/>
            </ac:spMkLst>
          </pc:spChg>
        </pc:sldLayoutChg>
        <pc:sldLayoutChg chg="modSp">
          <pc:chgData name="" userId="" providerId="" clId="Web-{3CBA80EF-F872-4CFE-AACC-6B45E60A8FED}" dt="2026-10-28T03:34:25.395" v="0" actId="34807"/>
          <pc:sldLayoutMkLst>
            <pc:docMk/>
            <pc:sldMasterMk cId="2209977519" sldId="2147483648"/>
            <pc:sldLayoutMk cId="990158736" sldId="2147483653"/>
          </pc:sldLayoutMkLst>
          <pc:spChg chg="mod">
            <ac:chgData name="" userId="" providerId="" clId="Web-{3CBA80EF-F872-4CFE-AACC-6B45E60A8FED}" dt="2026-10-28T03:34:25.395" v="0" actId="34807"/>
            <ac:spMkLst>
              <pc:docMk/>
              <pc:sldMasterMk cId="2209977519" sldId="2147483648"/>
              <pc:sldLayoutMk cId="990158736" sldId="2147483653"/>
              <ac:spMk id="3" creationId="{00000000-0000-0000-0000-000000000000}"/>
            </ac:spMkLst>
          </pc:spChg>
          <pc:spChg chg="mod">
            <ac:chgData name="" userId="" providerId="" clId="Web-{3CBA80EF-F872-4CFE-AACC-6B45E60A8FED}" dt="2026-10-28T03:34:25.395" v="0" actId="34807"/>
            <ac:spMkLst>
              <pc:docMk/>
              <pc:sldMasterMk cId="2209977519" sldId="2147483648"/>
              <pc:sldLayoutMk cId="990158736" sldId="2147483653"/>
              <ac:spMk id="4" creationId="{00000000-0000-0000-0000-000000000000}"/>
            </ac:spMkLst>
          </pc:spChg>
          <pc:spChg chg="mod">
            <ac:chgData name="" userId="" providerId="" clId="Web-{3CBA80EF-F872-4CFE-AACC-6B45E60A8FED}" dt="2026-10-28T03:34:25.395" v="0" actId="34807"/>
            <ac:spMkLst>
              <pc:docMk/>
              <pc:sldMasterMk cId="2209977519" sldId="2147483648"/>
              <pc:sldLayoutMk cId="990158736" sldId="2147483653"/>
              <ac:spMk id="5" creationId="{00000000-0000-0000-0000-000000000000}"/>
            </ac:spMkLst>
          </pc:spChg>
          <pc:spChg chg="mod">
            <ac:chgData name="" userId="" providerId="" clId="Web-{3CBA80EF-F872-4CFE-AACC-6B45E60A8FED}" dt="2026-10-28T03:34:25.395" v="0" actId="34807"/>
            <ac:spMkLst>
              <pc:docMk/>
              <pc:sldMasterMk cId="2209977519" sldId="2147483648"/>
              <pc:sldLayoutMk cId="990158736" sldId="2147483653"/>
              <ac:spMk id="6" creationId="{00000000-0000-0000-0000-000000000000}"/>
            </ac:spMkLst>
          </pc:spChg>
        </pc:sldLayoutChg>
        <pc:sldLayoutChg chg="modSp">
          <pc:chgData name="" userId="" providerId="" clId="Web-{3CBA80EF-F872-4CFE-AACC-6B45E60A8FED}" dt="2026-10-28T03:34:25.395" v="0" actId="34807"/>
          <pc:sldLayoutMkLst>
            <pc:docMk/>
            <pc:sldMasterMk cId="2209977519" sldId="2147483648"/>
            <pc:sldLayoutMk cId="1840726560" sldId="2147483656"/>
          </pc:sldLayoutMkLst>
          <pc:spChg chg="mod">
            <ac:chgData name="" userId="" providerId="" clId="Web-{3CBA80EF-F872-4CFE-AACC-6B45E60A8FED}" dt="2026-10-28T03:34:25.395" v="0" actId="34807"/>
            <ac:spMkLst>
              <pc:docMk/>
              <pc:sldMasterMk cId="2209977519" sldId="2147483648"/>
              <pc:sldLayoutMk cId="1840726560" sldId="2147483656"/>
              <ac:spMk id="2" creationId="{00000000-0000-0000-0000-000000000000}"/>
            </ac:spMkLst>
          </pc:spChg>
          <pc:spChg chg="mod">
            <ac:chgData name="" userId="" providerId="" clId="Web-{3CBA80EF-F872-4CFE-AACC-6B45E60A8FED}" dt="2026-10-28T03:34:25.395" v="0" actId="34807"/>
            <ac:spMkLst>
              <pc:docMk/>
              <pc:sldMasterMk cId="2209977519" sldId="2147483648"/>
              <pc:sldLayoutMk cId="1840726560" sldId="2147483656"/>
              <ac:spMk id="3" creationId="{00000000-0000-0000-0000-000000000000}"/>
            </ac:spMkLst>
          </pc:spChg>
          <pc:spChg chg="mod">
            <ac:chgData name="" userId="" providerId="" clId="Web-{3CBA80EF-F872-4CFE-AACC-6B45E60A8FED}" dt="2026-10-28T03:34:25.395" v="0" actId="34807"/>
            <ac:spMkLst>
              <pc:docMk/>
              <pc:sldMasterMk cId="2209977519" sldId="2147483648"/>
              <pc:sldLayoutMk cId="1840726560" sldId="2147483656"/>
              <ac:spMk id="4" creationId="{00000000-0000-0000-0000-000000000000}"/>
            </ac:spMkLst>
          </pc:spChg>
        </pc:sldLayoutChg>
        <pc:sldLayoutChg chg="modSp">
          <pc:chgData name="" userId="" providerId="" clId="Web-{3CBA80EF-F872-4CFE-AACC-6B45E60A8FED}" dt="2026-10-28T03:34:25.395" v="0" actId="34807"/>
          <pc:sldLayoutMkLst>
            <pc:docMk/>
            <pc:sldMasterMk cId="2209977519" sldId="2147483648"/>
            <pc:sldLayoutMk cId="3889236939" sldId="2147483657"/>
          </pc:sldLayoutMkLst>
          <pc:spChg chg="mod">
            <ac:chgData name="" userId="" providerId="" clId="Web-{3CBA80EF-F872-4CFE-AACC-6B45E60A8FED}" dt="2026-10-28T03:34:25.395" v="0" actId="34807"/>
            <ac:spMkLst>
              <pc:docMk/>
              <pc:sldMasterMk cId="2209977519" sldId="2147483648"/>
              <pc:sldLayoutMk cId="3889236939" sldId="2147483657"/>
              <ac:spMk id="2" creationId="{00000000-0000-0000-0000-000000000000}"/>
            </ac:spMkLst>
          </pc:spChg>
          <pc:spChg chg="mod">
            <ac:chgData name="" userId="" providerId="" clId="Web-{3CBA80EF-F872-4CFE-AACC-6B45E60A8FED}" dt="2026-10-28T03:34:25.395" v="0" actId="34807"/>
            <ac:spMkLst>
              <pc:docMk/>
              <pc:sldMasterMk cId="2209977519" sldId="2147483648"/>
              <pc:sldLayoutMk cId="3889236939" sldId="2147483657"/>
              <ac:spMk id="3" creationId="{00000000-0000-0000-0000-000000000000}"/>
            </ac:spMkLst>
          </pc:spChg>
          <pc:spChg chg="mod">
            <ac:chgData name="" userId="" providerId="" clId="Web-{3CBA80EF-F872-4CFE-AACC-6B45E60A8FED}" dt="2026-10-28T03:34:25.395" v="0" actId="34807"/>
            <ac:spMkLst>
              <pc:docMk/>
              <pc:sldMasterMk cId="2209977519" sldId="2147483648"/>
              <pc:sldLayoutMk cId="3889236939" sldId="2147483657"/>
              <ac:spMk id="4" creationId="{00000000-0000-0000-0000-000000000000}"/>
            </ac:spMkLst>
          </pc:spChg>
        </pc:sldLayoutChg>
        <pc:sldLayoutChg chg="modSp">
          <pc:chgData name="" userId="" providerId="" clId="Web-{3CBA80EF-F872-4CFE-AACC-6B45E60A8FED}" dt="2026-10-28T03:34:25.395" v="0" actId="34807"/>
          <pc:sldLayoutMkLst>
            <pc:docMk/>
            <pc:sldMasterMk cId="2209977519" sldId="2147483648"/>
            <pc:sldLayoutMk cId="3612223792" sldId="2147483659"/>
          </pc:sldLayoutMkLst>
          <pc:spChg chg="mod">
            <ac:chgData name="" userId="" providerId="" clId="Web-{3CBA80EF-F872-4CFE-AACC-6B45E60A8FED}" dt="2026-10-28T03:34:25.395" v="0" actId="34807"/>
            <ac:spMkLst>
              <pc:docMk/>
              <pc:sldMasterMk cId="2209977519" sldId="2147483648"/>
              <pc:sldLayoutMk cId="3612223792" sldId="2147483659"/>
              <ac:spMk id="2" creationId="{00000000-0000-0000-0000-000000000000}"/>
            </ac:spMkLst>
          </pc:spChg>
          <pc:spChg chg="mod">
            <ac:chgData name="" userId="" providerId="" clId="Web-{3CBA80EF-F872-4CFE-AACC-6B45E60A8FED}" dt="2026-10-28T03:34:25.395" v="0" actId="34807"/>
            <ac:spMkLst>
              <pc:docMk/>
              <pc:sldMasterMk cId="2209977519" sldId="2147483648"/>
              <pc:sldLayoutMk cId="3612223792"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91FB5A-00ED-4DC5-9D86-6EA32EB36195}" type="datetimeFigureOut">
              <a:t>2026/10/28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3F7A3-0B76-488B-98A2-6EC1362FAADD}" type="slidenum">
              <a:t>‹#›</a:t>
            </a:fld>
            <a:endParaRPr lang="en-US"/>
          </a:p>
        </p:txBody>
      </p:sp>
    </p:spTree>
    <p:extLst>
      <p:ext uri="{BB962C8B-B14F-4D97-AF65-F5344CB8AC3E}">
        <p14:creationId xmlns:p14="http://schemas.microsoft.com/office/powerpoint/2010/main" val="1616273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Cover. Architecture diagrams for the AI Operations Control Tower (Use Case 2) and the next steps to reach the MVP build. Built from the Requirements Definition and the Solution Envisioning Output. Cover photograph is generated imagery, illustrative only.</a:t>
            </a:r>
          </a:p>
        </p:txBody>
      </p:sp>
      <p:sp>
        <p:nvSpPr>
          <p:cNvPr id="4" name="Slide Number Placeholder 3"/>
          <p:cNvSpPr>
            <a:spLocks noGrp="1"/>
          </p:cNvSpPr>
          <p:nvPr>
            <p:ph type="sldNum" sz="quarter" idx="5"/>
          </p:nvPr>
        </p:nvSpPr>
        <p:spPr/>
        <p:txBody>
          <a:bodyPr/>
          <a:lstStyle/>
          <a:p>
            <a:fld id="{1613F7A3-0B76-488B-98A2-6EC1362FAADD}" type="slidenum">
              <a:t>1</a:t>
            </a:fld>
            <a:endParaRPr lang="en-US"/>
          </a:p>
        </p:txBody>
      </p:sp>
    </p:spTree>
    <p:extLst>
      <p:ext uri="{BB962C8B-B14F-4D97-AF65-F5344CB8AC3E}">
        <p14:creationId xmlns:p14="http://schemas.microsoft.com/office/powerpoint/2010/main" val="2034328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requirements definition scopes a browser-storage prototype; the envisioning output defines the Fabric production target. The data-provider interface from requirements section 13 lets a Fabric adapter replace the seed provider without rewriting the screens. Roadmap is proposed and to be confirmed.</a:t>
            </a:r>
          </a:p>
        </p:txBody>
      </p:sp>
      <p:sp>
        <p:nvSpPr>
          <p:cNvPr id="4" name="Slide Number Placeholder 3"/>
          <p:cNvSpPr>
            <a:spLocks noGrp="1"/>
          </p:cNvSpPr>
          <p:nvPr>
            <p:ph type="sldNum" sz="quarter" idx="5"/>
          </p:nvPr>
        </p:nvSpPr>
        <p:spPr/>
        <p:txBody>
          <a:bodyPr/>
          <a:lstStyle/>
          <a:p>
            <a:fld id="{1613F7A3-0B76-488B-98A2-6EC1362FAADD}" type="slidenum">
              <a:t>2</a:t>
            </a:fld>
            <a:endParaRPr lang="en-US"/>
          </a:p>
        </p:txBody>
      </p:sp>
    </p:spTree>
    <p:extLst>
      <p:ext uri="{BB962C8B-B14F-4D97-AF65-F5344CB8AC3E}">
        <p14:creationId xmlns:p14="http://schemas.microsoft.com/office/powerpoint/2010/main" val="2790790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Component split follows Requirements Definition section 13. IndexedDB holds entities and scenarios; localStorage holds small preferences only (DATA-002). Azure Static Web Apps hosting is a design proposal, not stated in the source.</a:t>
            </a:r>
          </a:p>
        </p:txBody>
      </p:sp>
      <p:sp>
        <p:nvSpPr>
          <p:cNvPr id="4" name="Slide Number Placeholder 3"/>
          <p:cNvSpPr>
            <a:spLocks noGrp="1"/>
          </p:cNvSpPr>
          <p:nvPr>
            <p:ph type="sldNum" sz="quarter" idx="5"/>
          </p:nvPr>
        </p:nvSpPr>
        <p:spPr/>
        <p:txBody>
          <a:bodyPr/>
          <a:lstStyle/>
          <a:p>
            <a:fld id="{1613F7A3-0B76-488B-98A2-6EC1362FAADD}" type="slidenum">
              <a:t>3</a:t>
            </a:fld>
            <a:endParaRPr lang="en-US"/>
          </a:p>
        </p:txBody>
      </p:sp>
    </p:spTree>
    <p:extLst>
      <p:ext uri="{BB962C8B-B14F-4D97-AF65-F5344CB8AC3E}">
        <p14:creationId xmlns:p14="http://schemas.microsoft.com/office/powerpoint/2010/main" val="2531484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scenario engine only reads the baseline. Invalid parameters show a message and leave the view unchanged (AT-04). Baseline remains byte-equivalent after apply, refresh or deletion.</a:t>
            </a:r>
          </a:p>
        </p:txBody>
      </p:sp>
      <p:sp>
        <p:nvSpPr>
          <p:cNvPr id="4" name="Slide Number Placeholder 3"/>
          <p:cNvSpPr>
            <a:spLocks noGrp="1"/>
          </p:cNvSpPr>
          <p:nvPr>
            <p:ph type="sldNum" sz="quarter" idx="5"/>
          </p:nvPr>
        </p:nvSpPr>
        <p:spPr/>
        <p:txBody>
          <a:bodyPr/>
          <a:lstStyle/>
          <a:p>
            <a:fld id="{1613F7A3-0B76-488B-98A2-6EC1362FAADD}" type="slidenum">
              <a:t>4</a:t>
            </a:fld>
            <a:endParaRPr lang="en-US"/>
          </a:p>
        </p:txBody>
      </p:sp>
    </p:spTree>
    <p:extLst>
      <p:ext uri="{BB962C8B-B14F-4D97-AF65-F5344CB8AC3E}">
        <p14:creationId xmlns:p14="http://schemas.microsoft.com/office/powerpoint/2010/main" val="1909072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Toggling 2D and 3D preserves filters, selection, time position and simulation context (VIZ-001, AT-02). In production, Fabric Maps can render live Eventhouse queries and Lakehouse reference data as layers.</a:t>
            </a:r>
          </a:p>
        </p:txBody>
      </p:sp>
      <p:sp>
        <p:nvSpPr>
          <p:cNvPr id="4" name="Slide Number Placeholder 3"/>
          <p:cNvSpPr>
            <a:spLocks noGrp="1"/>
          </p:cNvSpPr>
          <p:nvPr>
            <p:ph type="sldNum" sz="quarter" idx="5"/>
          </p:nvPr>
        </p:nvSpPr>
        <p:spPr/>
        <p:txBody>
          <a:bodyPr/>
          <a:lstStyle/>
          <a:p>
            <a:fld id="{1613F7A3-0B76-488B-98A2-6EC1362FAADD}" type="slidenum">
              <a:t>5</a:t>
            </a:fld>
            <a:endParaRPr lang="en-US"/>
          </a:p>
        </p:txBody>
      </p:sp>
    </p:spTree>
    <p:extLst>
      <p:ext uri="{BB962C8B-B14F-4D97-AF65-F5344CB8AC3E}">
        <p14:creationId xmlns:p14="http://schemas.microsoft.com/office/powerpoint/2010/main" val="3067266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Aligned to the envisioning target architecture (surround, not replace). Added: the same control tower web app reading Fabric through the data-provider adapter, and an ops model expressed as a Fabric ontology (ontology and digital twin builder are in preview). Reference pattern: Azure Architecture Center, Real-time analytics with Azure Service Bus and Microsoft Fabric.</a:t>
            </a:r>
          </a:p>
        </p:txBody>
      </p:sp>
      <p:sp>
        <p:nvSpPr>
          <p:cNvPr id="4" name="Slide Number Placeholder 3"/>
          <p:cNvSpPr>
            <a:spLocks noGrp="1"/>
          </p:cNvSpPr>
          <p:nvPr>
            <p:ph type="sldNum" sz="quarter" idx="5"/>
          </p:nvPr>
        </p:nvSpPr>
        <p:spPr/>
        <p:txBody>
          <a:bodyPr/>
          <a:lstStyle/>
          <a:p>
            <a:fld id="{1613F7A3-0B76-488B-98A2-6EC1362FAADD}" type="slidenum">
              <a:t>6</a:t>
            </a:fld>
            <a:endParaRPr lang="en-US"/>
          </a:p>
        </p:txBody>
      </p:sp>
    </p:spTree>
    <p:extLst>
      <p:ext uri="{BB962C8B-B14F-4D97-AF65-F5344CB8AC3E}">
        <p14:creationId xmlns:p14="http://schemas.microsoft.com/office/powerpoint/2010/main" val="2001150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Targets come from the envisioning output and are to be confirmed with SATS. Write-back to GroundStar and G-Ops is phase 2; the prototype has no write-back (NFR-005).</a:t>
            </a:r>
          </a:p>
        </p:txBody>
      </p:sp>
      <p:sp>
        <p:nvSpPr>
          <p:cNvPr id="4" name="Slide Number Placeholder 3"/>
          <p:cNvSpPr>
            <a:spLocks noGrp="1"/>
          </p:cNvSpPr>
          <p:nvPr>
            <p:ph type="sldNum" sz="quarter" idx="5"/>
          </p:nvPr>
        </p:nvSpPr>
        <p:spPr/>
        <p:txBody>
          <a:bodyPr/>
          <a:lstStyle/>
          <a:p>
            <a:fld id="{1613F7A3-0B76-488B-98A2-6EC1362FAADD}" type="slidenum">
              <a:t>7</a:t>
            </a:fld>
            <a:endParaRPr lang="en-US"/>
          </a:p>
        </p:txBody>
      </p:sp>
    </p:spTree>
    <p:extLst>
      <p:ext uri="{BB962C8B-B14F-4D97-AF65-F5344CB8AC3E}">
        <p14:creationId xmlns:p14="http://schemas.microsoft.com/office/powerpoint/2010/main" val="311511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Fabric data agent responses consumed in Copilot Studio might be sent outside the Fabric compliance boundary or region (Microsoft Learn). Validate against the Singapore residency decision before phase 2.</a:t>
            </a:r>
          </a:p>
        </p:txBody>
      </p:sp>
      <p:sp>
        <p:nvSpPr>
          <p:cNvPr id="4" name="Slide Number Placeholder 3"/>
          <p:cNvSpPr>
            <a:spLocks noGrp="1"/>
          </p:cNvSpPr>
          <p:nvPr>
            <p:ph type="sldNum" sz="quarter" idx="5"/>
          </p:nvPr>
        </p:nvSpPr>
        <p:spPr/>
        <p:txBody>
          <a:bodyPr/>
          <a:lstStyle/>
          <a:p>
            <a:fld id="{1613F7A3-0B76-488B-98A2-6EC1362FAADD}" type="slidenum">
              <a:t>8</a:t>
            </a:fld>
            <a:endParaRPr lang="en-US"/>
          </a:p>
        </p:txBody>
      </p:sp>
    </p:spTree>
    <p:extLst>
      <p:ext uri="{BB962C8B-B14F-4D97-AF65-F5344CB8AC3E}">
        <p14:creationId xmlns:p14="http://schemas.microsoft.com/office/powerpoint/2010/main" val="2157635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Highest priority: SATS Control Tower Lead confirms MVP scope by 13 Nov. Per-owner asks are derived from the envisioning next steps and the open decisions in both documents.</a:t>
            </a:r>
          </a:p>
        </p:txBody>
      </p:sp>
      <p:sp>
        <p:nvSpPr>
          <p:cNvPr id="4" name="Slide Number Placeholder 3"/>
          <p:cNvSpPr>
            <a:spLocks noGrp="1"/>
          </p:cNvSpPr>
          <p:nvPr>
            <p:ph type="sldNum" sz="quarter" idx="5"/>
          </p:nvPr>
        </p:nvSpPr>
        <p:spPr/>
        <p:txBody>
          <a:bodyPr/>
          <a:lstStyle/>
          <a:p>
            <a:fld id="{1613F7A3-0B76-488B-98A2-6EC1362FAADD}" type="slidenum">
              <a:t>9</a:t>
            </a:fld>
            <a:endParaRPr lang="en-US"/>
          </a:p>
        </p:txBody>
      </p:sp>
    </p:spTree>
    <p:extLst>
      <p:ext uri="{BB962C8B-B14F-4D97-AF65-F5344CB8AC3E}">
        <p14:creationId xmlns:p14="http://schemas.microsoft.com/office/powerpoint/2010/main" val="1979010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8CDD00-1FE1-563F-7DB9-3C2C5E179A52}"/>
              </a:ext>
            </a:extLst>
          </p:cNvPr>
          <p:cNvSpPr/>
          <p:nvPr/>
        </p:nvSpPr>
        <p:spPr>
          <a:xfrm>
            <a:off x="0" y="0"/>
            <a:ext cx="6300000" cy="6858000"/>
          </a:xfrm>
          <a:prstGeom prst="rect">
            <a:avLst/>
          </a:prstGeom>
          <a:solidFill>
            <a:srgbClr val="0B2A4A">
              <a:alpha val="88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4403779-1BF6-39A1-C8C7-3FA78EEFCA29}"/>
              </a:ext>
            </a:extLst>
          </p:cNvPr>
          <p:cNvSpPr/>
          <p:nvPr/>
        </p:nvSpPr>
        <p:spPr>
          <a:xfrm>
            <a:off x="600000" y="1350000"/>
            <a:ext cx="53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8FD3FF"/>
                </a:solidFill>
                <a:effectLst/>
                <a:latin typeface="Calibri" panose="020F0502020204030204" pitchFamily="34" charset="0"/>
              </a:rPr>
              <a:t>SATS PROJECT SPEAR  ·  USE CASE 2</a:t>
            </a:r>
          </a:p>
          <a:p>
            <a:pPr algn="l">
              <a:buNone/>
            </a:pPr>
            <a:r>
              <a:rPr lang="en-US" sz="100">
                <a:effectLst/>
              </a:rPr>
              <a:t> </a:t>
            </a:r>
            <a:endParaRPr lang="en-US"/>
          </a:p>
        </p:txBody>
      </p:sp>
      <p:sp>
        <p:nvSpPr>
          <p:cNvPr id="7" name="Rectangle 6">
            <a:extLst>
              <a:ext uri="{FF2B5EF4-FFF2-40B4-BE49-F238E27FC236}">
                <a16:creationId xmlns:a16="http://schemas.microsoft.com/office/drawing/2014/main" id="{D6AAE5B7-EF1F-68F6-D23E-36D19BB7D2C5}"/>
              </a:ext>
            </a:extLst>
          </p:cNvPr>
          <p:cNvSpPr/>
          <p:nvPr/>
        </p:nvSpPr>
        <p:spPr>
          <a:xfrm>
            <a:off x="600000" y="1800000"/>
            <a:ext cx="5300000" cy="1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400" b="1">
                <a:solidFill>
                  <a:srgbClr val="FFFFFF"/>
                </a:solidFill>
                <a:effectLst/>
                <a:latin typeface="Calibri" panose="020F0502020204030204" pitchFamily="34" charset="0"/>
              </a:rPr>
              <a:t>AI Operations
Control Tower</a:t>
            </a:r>
            <a:endParaRPr lang="en-US"/>
          </a:p>
        </p:txBody>
      </p:sp>
      <p:sp>
        <p:nvSpPr>
          <p:cNvPr id="11" name="Rectangle 10">
            <a:extLst>
              <a:ext uri="{FF2B5EF4-FFF2-40B4-BE49-F238E27FC236}">
                <a16:creationId xmlns:a16="http://schemas.microsoft.com/office/drawing/2014/main" id="{6C6C06F7-6D39-38CB-138B-85453DD77FC4}"/>
              </a:ext>
            </a:extLst>
          </p:cNvPr>
          <p:cNvSpPr/>
          <p:nvPr/>
        </p:nvSpPr>
        <p:spPr>
          <a:xfrm>
            <a:off x="600000" y="3400000"/>
            <a:ext cx="530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a:solidFill>
                  <a:srgbClr val="E6F2FC"/>
                </a:solidFill>
                <a:effectLst/>
                <a:latin typeface="Calibri" panose="020F0502020204030204" pitchFamily="34" charset="0"/>
              </a:rPr>
              <a:t>To-Be architecture diagrams
and next steps</a:t>
            </a:r>
            <a:endParaRPr lang="en-US"/>
          </a:p>
        </p:txBody>
      </p:sp>
      <p:sp>
        <p:nvSpPr>
          <p:cNvPr id="16" name="Rectangle 15">
            <a:extLst>
              <a:ext uri="{FF2B5EF4-FFF2-40B4-BE49-F238E27FC236}">
                <a16:creationId xmlns:a16="http://schemas.microsoft.com/office/drawing/2014/main" id="{94A09A17-6ECE-A174-A33C-1C6CE388ECB1}"/>
              </a:ext>
            </a:extLst>
          </p:cNvPr>
          <p:cNvSpPr/>
          <p:nvPr/>
        </p:nvSpPr>
        <p:spPr>
          <a:xfrm>
            <a:off x="600000" y="4400000"/>
            <a:ext cx="53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C9DCEE"/>
                </a:solidFill>
                <a:effectLst/>
                <a:latin typeface="Calibri" panose="020F0502020204030204" pitchFamily="34" charset="0"/>
              </a:rPr>
              <a:t>Prototype and production target, mapped to functional and non-functional requirements</a:t>
            </a:r>
          </a:p>
          <a:p>
            <a:pPr algn="l">
              <a:buNone/>
            </a:pPr>
            <a:r>
              <a:rPr lang="en-US" sz="100">
                <a:effectLst/>
              </a:rPr>
              <a:t> </a:t>
            </a:r>
            <a:endParaRPr lang="en-US"/>
          </a:p>
        </p:txBody>
      </p:sp>
      <p:sp>
        <p:nvSpPr>
          <p:cNvPr id="22" name="Rectangle: Rounded Corners 21">
            <a:extLst>
              <a:ext uri="{FF2B5EF4-FFF2-40B4-BE49-F238E27FC236}">
                <a16:creationId xmlns:a16="http://schemas.microsoft.com/office/drawing/2014/main" id="{2238AB1B-924D-B3F0-687C-23169E396535}"/>
              </a:ext>
            </a:extLst>
          </p:cNvPr>
          <p:cNvSpPr/>
          <p:nvPr/>
        </p:nvSpPr>
        <p:spPr>
          <a:xfrm>
            <a:off x="600000" y="5350000"/>
            <a:ext cx="3700000" cy="420000"/>
          </a:xfrm>
          <a:prstGeom prst="roundRect">
            <a:avLst/>
          </a:prstGeom>
          <a:solidFill>
            <a:srgbClr val="FFB900"/>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201F1E"/>
                </a:solidFill>
                <a:effectLst/>
                <a:latin typeface="Calibri" panose="020F0502020204030204" pitchFamily="34" charset="0"/>
              </a:rPr>
              <a:t>Next steps: slides 2 and 10</a:t>
            </a:r>
          </a:p>
          <a:p>
            <a:pPr algn="ctr">
              <a:buNone/>
            </a:pPr>
            <a:r>
              <a:rPr lang="en-US" sz="100">
                <a:effectLst/>
              </a:rPr>
              <a:t> </a:t>
            </a:r>
            <a:endParaRPr lang="en-US"/>
          </a:p>
        </p:txBody>
      </p:sp>
      <p:sp>
        <p:nvSpPr>
          <p:cNvPr id="29" name="Rectangle 28">
            <a:extLst>
              <a:ext uri="{FF2B5EF4-FFF2-40B4-BE49-F238E27FC236}">
                <a16:creationId xmlns:a16="http://schemas.microsoft.com/office/drawing/2014/main" id="{A55009DF-D812-8431-5BD5-263F03BC87AC}"/>
              </a:ext>
            </a:extLst>
          </p:cNvPr>
          <p:cNvSpPr/>
          <p:nvPr/>
        </p:nvSpPr>
        <p:spPr>
          <a:xfrm>
            <a:off x="600000" y="6000000"/>
            <a:ext cx="53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C9DCEE"/>
                </a:solidFill>
                <a:effectLst/>
                <a:latin typeface="Calibri" panose="020F0502020204030204" pitchFamily="34" charset="0"/>
              </a:rPr>
              <a:t>Draft for validation  ·  28 October 2026</a:t>
            </a:r>
          </a:p>
          <a:p>
            <a:pPr algn="l">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1A66452F-C919-501C-1064-9ACA68D8F51C}"/>
              </a:ext>
            </a:extLst>
          </p:cNvPr>
          <p:cNvSpPr/>
          <p:nvPr/>
        </p:nvSpPr>
        <p:spPr>
          <a:xfrm>
            <a:off x="457200" y="60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201F1E"/>
                </a:solidFill>
                <a:effectLst/>
                <a:latin typeface="Calibri" panose="020F0502020204030204" pitchFamily="34" charset="0"/>
              </a:rPr>
              <a:t>One UI, two data horizons</a:t>
            </a:r>
          </a:p>
          <a:p>
            <a:pPr algn="l">
              <a:buNone/>
            </a:pPr>
            <a:r>
              <a:rPr lang="en-US" sz="100">
                <a:effectLst/>
              </a:rPr>
              <a:t> </a:t>
            </a:r>
            <a:endParaRPr lang="en-US"/>
          </a:p>
        </p:txBody>
      </p:sp>
      <p:sp>
        <p:nvSpPr>
          <p:cNvPr id="92" name="Rectangle 91">
            <a:extLst>
              <a:ext uri="{FF2B5EF4-FFF2-40B4-BE49-F238E27FC236}">
                <a16:creationId xmlns:a16="http://schemas.microsoft.com/office/drawing/2014/main" id="{FFF9D3AF-4DDC-8D5C-9ED1-F89D571B2026}"/>
              </a:ext>
            </a:extLst>
          </p:cNvPr>
          <p:cNvSpPr/>
          <p:nvPr/>
        </p:nvSpPr>
        <p:spPr>
          <a:xfrm>
            <a:off x="457200" y="638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Calibri" panose="020F0502020204030204" pitchFamily="34" charset="0"/>
              </a:rPr>
              <a:t>Source: Requirements Definition sections 1 and 13; Solution Envisioning Output slides 14, 16 and 17</a:t>
            </a:r>
          </a:p>
          <a:p>
            <a:pPr algn="l">
              <a:buNone/>
            </a:pPr>
            <a:r>
              <a:rPr lang="en-US" sz="100">
                <a:effectLst/>
              </a:rPr>
              <a:t> </a:t>
            </a:r>
            <a:endParaRPr lang="en-US"/>
          </a:p>
        </p:txBody>
      </p:sp>
      <p:pic>
        <p:nvPicPr>
          <p:cNvPr id="94" name="Picture 93" descr="Two horizons: browser-only prototype now and Fabric Real-Time Intelligence production, joined by a data-provider interface, with a four-phase roadmap.">
            <a:extLst>
              <a:ext uri="{FF2B5EF4-FFF2-40B4-BE49-F238E27FC236}">
                <a16:creationId xmlns:a16="http://schemas.microsoft.com/office/drawing/2014/main" id="{60732C5D-6FDD-C8E4-D2A8-A9CB38C4FFD5}"/>
              </a:ext>
            </a:extLst>
          </p:cNvPr>
          <p:cNvPicPr>
            <a:picLocks noChangeAspect="1"/>
          </p:cNvPicPr>
          <p:nvPr/>
        </p:nvPicPr>
        <p:blipFill>
          <a:blip r:embed="rId3"/>
          <a:stretch>
            <a:fillRect/>
          </a:stretch>
        </p:blipFill>
        <p:spPr>
          <a:xfrm>
            <a:off x="458713" y="1250543"/>
            <a:ext cx="11274574" cy="4946914"/>
          </a:xfrm>
          <a:prstGeom prst="rect">
            <a:avLst/>
          </a:prstGeom>
        </p:spPr>
      </p:pic>
      <p:sp>
        <p:nvSpPr>
          <p:cNvPr id="227" name="Rectangle 226">
            <a:extLst>
              <a:ext uri="{FF2B5EF4-FFF2-40B4-BE49-F238E27FC236}">
                <a16:creationId xmlns:a16="http://schemas.microsoft.com/office/drawing/2014/main" id="{6DF616C3-E69C-CB50-897E-7E731D39754D}"/>
              </a:ext>
            </a:extLst>
          </p:cNvPr>
          <p:cNvSpPr/>
          <p:nvPr/>
        </p:nvSpPr>
        <p:spPr>
          <a:xfrm>
            <a:off x="457200" y="30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5A9E"/>
                </a:solidFill>
                <a:effectLst/>
                <a:latin typeface="Calibri" panose="020F0502020204030204" pitchFamily="34" charset="0"/>
              </a:rPr>
              <a:t>APPROACH</a:t>
            </a:r>
          </a:p>
          <a:p>
            <a:pPr algn="l">
              <a:buNone/>
            </a:pPr>
            <a:r>
              <a:rPr lang="en-US" sz="100">
                <a:effectLst/>
              </a:rPr>
              <a:t> </a:t>
            </a:r>
            <a:endParaRPr lang="en-US"/>
          </a:p>
        </p:txBody>
      </p:sp>
    </p:spTree>
    <p:extLst>
      <p:ext uri="{BB962C8B-B14F-4D97-AF65-F5344CB8AC3E}">
        <p14:creationId xmlns:p14="http://schemas.microsoft.com/office/powerpoint/2010/main" val="700001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9E65D2F8-ED85-C9D9-5B16-3231C5629EBE}"/>
              </a:ext>
            </a:extLst>
          </p:cNvPr>
          <p:cNvSpPr/>
          <p:nvPr/>
        </p:nvSpPr>
        <p:spPr>
          <a:xfrm>
            <a:off x="457200" y="60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201F1E"/>
                </a:solidFill>
                <a:effectLst/>
                <a:latin typeface="Calibri" panose="020F0502020204030204" pitchFamily="34" charset="0"/>
              </a:rPr>
              <a:t>Prototype runs entirely in the browser</a:t>
            </a:r>
          </a:p>
          <a:p>
            <a:pPr algn="l">
              <a:buNone/>
            </a:pPr>
            <a:r>
              <a:rPr lang="en-US" sz="100">
                <a:effectLst/>
              </a:rPr>
              <a:t> </a:t>
            </a:r>
            <a:endParaRPr lang="en-US"/>
          </a:p>
        </p:txBody>
      </p:sp>
      <p:sp>
        <p:nvSpPr>
          <p:cNvPr id="100" name="Rectangle 99">
            <a:extLst>
              <a:ext uri="{FF2B5EF4-FFF2-40B4-BE49-F238E27FC236}">
                <a16:creationId xmlns:a16="http://schemas.microsoft.com/office/drawing/2014/main" id="{9CDFD335-4727-25A4-E98F-7D5D43395550}"/>
              </a:ext>
            </a:extLst>
          </p:cNvPr>
          <p:cNvSpPr/>
          <p:nvPr/>
        </p:nvSpPr>
        <p:spPr>
          <a:xfrm>
            <a:off x="457200" y="638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Calibri" panose="020F0502020204030204" pitchFamily="34" charset="0"/>
              </a:rPr>
              <a:t>Source: Requirements Definition sections 8, 10 and 13; Microsoft Learn: What is Azure Static Web Apps?</a:t>
            </a:r>
          </a:p>
          <a:p>
            <a:pPr algn="l">
              <a:buNone/>
            </a:pPr>
            <a:r>
              <a:rPr lang="en-US" sz="100">
                <a:effectLst/>
              </a:rPr>
              <a:t> </a:t>
            </a:r>
            <a:endParaRPr lang="en-US"/>
          </a:p>
        </p:txBody>
      </p:sp>
      <p:pic>
        <p:nvPicPr>
          <p:cNvPr id="140" name="Picture 139" descr="Prototype architecture: presentation row, shared view context, core services, IndexedDB and localStorage, data-provider interface, hosted on Azure Static Web Apps.">
            <a:extLst>
              <a:ext uri="{FF2B5EF4-FFF2-40B4-BE49-F238E27FC236}">
                <a16:creationId xmlns:a16="http://schemas.microsoft.com/office/drawing/2014/main" id="{A88AA9E5-CF24-69FA-607F-8DDA8066F77E}"/>
              </a:ext>
            </a:extLst>
          </p:cNvPr>
          <p:cNvPicPr>
            <a:picLocks noChangeAspect="1"/>
          </p:cNvPicPr>
          <p:nvPr/>
        </p:nvPicPr>
        <p:blipFill>
          <a:blip r:embed="rId3"/>
          <a:stretch>
            <a:fillRect/>
          </a:stretch>
        </p:blipFill>
        <p:spPr>
          <a:xfrm>
            <a:off x="458713" y="1250543"/>
            <a:ext cx="11274574" cy="4946914"/>
          </a:xfrm>
          <a:prstGeom prst="rect">
            <a:avLst/>
          </a:prstGeom>
        </p:spPr>
      </p:pic>
      <p:sp>
        <p:nvSpPr>
          <p:cNvPr id="230" name="Rectangle 229">
            <a:extLst>
              <a:ext uri="{FF2B5EF4-FFF2-40B4-BE49-F238E27FC236}">
                <a16:creationId xmlns:a16="http://schemas.microsoft.com/office/drawing/2014/main" id="{0D80180A-59B1-6B03-A170-401EA9E0D703}"/>
              </a:ext>
            </a:extLst>
          </p:cNvPr>
          <p:cNvSpPr/>
          <p:nvPr/>
        </p:nvSpPr>
        <p:spPr>
          <a:xfrm>
            <a:off x="457200" y="30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5A9E"/>
                </a:solidFill>
                <a:effectLst/>
                <a:latin typeface="Calibri" panose="020F0502020204030204" pitchFamily="34" charset="0"/>
              </a:rPr>
              <a:t>TO-BE · HORIZON 1</a:t>
            </a:r>
          </a:p>
          <a:p>
            <a:pPr algn="l">
              <a:buNone/>
            </a:pPr>
            <a:r>
              <a:rPr lang="en-US" sz="100">
                <a:effectLst/>
              </a:rPr>
              <a:t> </a:t>
            </a:r>
            <a:endParaRPr lang="en-US"/>
          </a:p>
        </p:txBody>
      </p:sp>
    </p:spTree>
    <p:extLst>
      <p:ext uri="{BB962C8B-B14F-4D97-AF65-F5344CB8AC3E}">
        <p14:creationId xmlns:p14="http://schemas.microsoft.com/office/powerpoint/2010/main" val="3595427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109" name="Rectangle 108">
            <a:extLst>
              <a:ext uri="{FF2B5EF4-FFF2-40B4-BE49-F238E27FC236}">
                <a16:creationId xmlns:a16="http://schemas.microsoft.com/office/drawing/2014/main" id="{8844468D-097C-7D56-9295-5166E848DD34}"/>
              </a:ext>
            </a:extLst>
          </p:cNvPr>
          <p:cNvSpPr/>
          <p:nvPr/>
        </p:nvSpPr>
        <p:spPr>
          <a:xfrm>
            <a:off x="457200" y="60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201F1E"/>
                </a:solidFill>
                <a:effectLst/>
                <a:latin typeface="Calibri" panose="020F0502020204030204" pitchFamily="34" charset="0"/>
              </a:rPr>
              <a:t>What-if runs beside the baseline</a:t>
            </a:r>
          </a:p>
          <a:p>
            <a:pPr algn="l">
              <a:buNone/>
            </a:pPr>
            <a:r>
              <a:rPr lang="en-US" sz="100">
                <a:effectLst/>
              </a:rPr>
              <a:t> </a:t>
            </a:r>
            <a:endParaRPr lang="en-US"/>
          </a:p>
        </p:txBody>
      </p:sp>
      <p:sp>
        <p:nvSpPr>
          <p:cNvPr id="115" name="Rectangle 114">
            <a:extLst>
              <a:ext uri="{FF2B5EF4-FFF2-40B4-BE49-F238E27FC236}">
                <a16:creationId xmlns:a16="http://schemas.microsoft.com/office/drawing/2014/main" id="{11D61889-00A5-068E-2A60-AEC6209043F2}"/>
              </a:ext>
            </a:extLst>
          </p:cNvPr>
          <p:cNvSpPr/>
          <p:nvPr/>
        </p:nvSpPr>
        <p:spPr>
          <a:xfrm>
            <a:off x="457200" y="638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Calibri" panose="020F0502020204030204" pitchFamily="34" charset="0"/>
              </a:rPr>
              <a:t>Source: Requirements Definition sections 6, 8 and 12 (SIM-001 to SIM-004, DATA-003, AT-03, AT-04, AT-07)</a:t>
            </a:r>
          </a:p>
          <a:p>
            <a:pPr algn="l">
              <a:buNone/>
            </a:pPr>
            <a:r>
              <a:rPr lang="en-US" sz="100">
                <a:effectLst/>
              </a:rPr>
              <a:t> </a:t>
            </a:r>
            <a:endParaRPr lang="en-US"/>
          </a:p>
        </p:txBody>
      </p:sp>
      <p:pic>
        <p:nvPicPr>
          <p:cNvPr id="141" name="Picture 140" descr="Simulator flow: baseline snapshot and scenario parameters, validation, scenario engine, derived overlay, and Baseline, Scenario and Difference views, with scenario store in IndexedDB.">
            <a:extLst>
              <a:ext uri="{FF2B5EF4-FFF2-40B4-BE49-F238E27FC236}">
                <a16:creationId xmlns:a16="http://schemas.microsoft.com/office/drawing/2014/main" id="{C7A8FF41-06E4-B5FE-2C57-3D762EF72FB9}"/>
              </a:ext>
            </a:extLst>
          </p:cNvPr>
          <p:cNvPicPr>
            <a:picLocks noChangeAspect="1"/>
          </p:cNvPicPr>
          <p:nvPr/>
        </p:nvPicPr>
        <p:blipFill>
          <a:blip r:embed="rId3"/>
          <a:stretch>
            <a:fillRect/>
          </a:stretch>
        </p:blipFill>
        <p:spPr>
          <a:xfrm>
            <a:off x="458713" y="1250543"/>
            <a:ext cx="11274574" cy="4946914"/>
          </a:xfrm>
          <a:prstGeom prst="rect">
            <a:avLst/>
          </a:prstGeom>
        </p:spPr>
      </p:pic>
      <p:sp>
        <p:nvSpPr>
          <p:cNvPr id="234" name="Rectangle 233">
            <a:extLst>
              <a:ext uri="{FF2B5EF4-FFF2-40B4-BE49-F238E27FC236}">
                <a16:creationId xmlns:a16="http://schemas.microsoft.com/office/drawing/2014/main" id="{61218A6B-0B18-2CC6-C8D2-5A348AB50B8A}"/>
              </a:ext>
            </a:extLst>
          </p:cNvPr>
          <p:cNvSpPr/>
          <p:nvPr/>
        </p:nvSpPr>
        <p:spPr>
          <a:xfrm>
            <a:off x="457200" y="30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5A9E"/>
                </a:solidFill>
                <a:effectLst/>
                <a:latin typeface="Calibri" panose="020F0502020204030204" pitchFamily="34" charset="0"/>
              </a:rPr>
              <a:t>TO-BE · SIMULATOR</a:t>
            </a:r>
          </a:p>
          <a:p>
            <a:pPr algn="l">
              <a:buNone/>
            </a:pPr>
            <a:r>
              <a:rPr lang="en-US" sz="100">
                <a:effectLst/>
              </a:rPr>
              <a:t> </a:t>
            </a:r>
            <a:endParaRPr lang="en-US"/>
          </a:p>
        </p:txBody>
      </p:sp>
    </p:spTree>
    <p:extLst>
      <p:ext uri="{BB962C8B-B14F-4D97-AF65-F5344CB8AC3E}">
        <p14:creationId xmlns:p14="http://schemas.microsoft.com/office/powerpoint/2010/main" val="425126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130" name="Rectangle 129">
            <a:extLst>
              <a:ext uri="{FF2B5EF4-FFF2-40B4-BE49-F238E27FC236}">
                <a16:creationId xmlns:a16="http://schemas.microsoft.com/office/drawing/2014/main" id="{45E26BF7-2354-E3AE-EDA4-26AD2BF04671}"/>
              </a:ext>
            </a:extLst>
          </p:cNvPr>
          <p:cNvSpPr/>
          <p:nvPr/>
        </p:nvSpPr>
        <p:spPr>
          <a:xfrm>
            <a:off x="457200" y="60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201F1E"/>
                </a:solidFill>
                <a:effectLst/>
                <a:latin typeface="Calibri" panose="020F0502020204030204" pitchFamily="34" charset="0"/>
              </a:rPr>
              <a:t>One selection drives every view</a:t>
            </a:r>
          </a:p>
          <a:p>
            <a:pPr algn="l">
              <a:buNone/>
            </a:pPr>
            <a:r>
              <a:rPr lang="en-US" sz="100">
                <a:effectLst/>
              </a:rPr>
              <a:t> </a:t>
            </a:r>
            <a:endParaRPr lang="en-US"/>
          </a:p>
        </p:txBody>
      </p:sp>
      <p:sp>
        <p:nvSpPr>
          <p:cNvPr id="139" name="Rectangle 138">
            <a:extLst>
              <a:ext uri="{FF2B5EF4-FFF2-40B4-BE49-F238E27FC236}">
                <a16:creationId xmlns:a16="http://schemas.microsoft.com/office/drawing/2014/main" id="{638388D7-CDB1-32B7-C445-31634AD8230B}"/>
              </a:ext>
            </a:extLst>
          </p:cNvPr>
          <p:cNvSpPr/>
          <p:nvPr/>
        </p:nvSpPr>
        <p:spPr>
          <a:xfrm>
            <a:off x="457200" y="638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Calibri" panose="020F0502020204030204" pitchFamily="34" charset="0"/>
              </a:rPr>
              <a:t>Source: Requirements Definition section 5 (VIZ-001 to VIZ-006), FR-006, NFR-002; production option: Microsoft Learn, What is Fabric Maps?</a:t>
            </a:r>
          </a:p>
          <a:p>
            <a:pPr algn="l">
              <a:buNone/>
            </a:pPr>
            <a:r>
              <a:rPr lang="en-US" sz="100">
                <a:effectLst/>
              </a:rPr>
              <a:t> </a:t>
            </a:r>
            <a:endParaRPr lang="en-US"/>
          </a:p>
        </p:txBody>
      </p:sp>
      <p:pic>
        <p:nvPicPr>
          <p:cNvPr id="142" name="Picture 141" descr="Coordinated views: shared view context linking KPI strip, board and queue, 2D map and 3D scene, with rendering rules.">
            <a:extLst>
              <a:ext uri="{FF2B5EF4-FFF2-40B4-BE49-F238E27FC236}">
                <a16:creationId xmlns:a16="http://schemas.microsoft.com/office/drawing/2014/main" id="{E6D83E09-87AA-457E-84E0-0B6367B4E68F}"/>
              </a:ext>
            </a:extLst>
          </p:cNvPr>
          <p:cNvPicPr>
            <a:picLocks noChangeAspect="1"/>
          </p:cNvPicPr>
          <p:nvPr/>
        </p:nvPicPr>
        <p:blipFill>
          <a:blip r:embed="rId3"/>
          <a:stretch>
            <a:fillRect/>
          </a:stretch>
        </p:blipFill>
        <p:spPr>
          <a:xfrm>
            <a:off x="458713" y="1250543"/>
            <a:ext cx="11274574" cy="4946914"/>
          </a:xfrm>
          <a:prstGeom prst="rect">
            <a:avLst/>
          </a:prstGeom>
        </p:spPr>
      </p:pic>
      <p:sp>
        <p:nvSpPr>
          <p:cNvPr id="239" name="Rectangle 238">
            <a:extLst>
              <a:ext uri="{FF2B5EF4-FFF2-40B4-BE49-F238E27FC236}">
                <a16:creationId xmlns:a16="http://schemas.microsoft.com/office/drawing/2014/main" id="{02B320C7-A13B-E8A6-5267-14A81B729CEF}"/>
              </a:ext>
            </a:extLst>
          </p:cNvPr>
          <p:cNvSpPr/>
          <p:nvPr/>
        </p:nvSpPr>
        <p:spPr>
          <a:xfrm>
            <a:off x="457200" y="30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5A9E"/>
                </a:solidFill>
                <a:effectLst/>
                <a:latin typeface="Calibri" panose="020F0502020204030204" pitchFamily="34" charset="0"/>
              </a:rPr>
              <a:t>TO-BE · 2D / 3D</a:t>
            </a:r>
          </a:p>
          <a:p>
            <a:pPr algn="l">
              <a:buNone/>
            </a:pPr>
            <a:r>
              <a:rPr lang="en-US" sz="100">
                <a:effectLst/>
              </a:rPr>
              <a:t> </a:t>
            </a:r>
            <a:endParaRPr lang="en-US"/>
          </a:p>
        </p:txBody>
      </p:sp>
    </p:spTree>
    <p:extLst>
      <p:ext uri="{BB962C8B-B14F-4D97-AF65-F5344CB8AC3E}">
        <p14:creationId xmlns:p14="http://schemas.microsoft.com/office/powerpoint/2010/main" val="156303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145" name="Rectangle 144">
            <a:extLst>
              <a:ext uri="{FF2B5EF4-FFF2-40B4-BE49-F238E27FC236}">
                <a16:creationId xmlns:a16="http://schemas.microsoft.com/office/drawing/2014/main" id="{DB169427-84B0-DB8C-1826-9662E1F697B9}"/>
              </a:ext>
            </a:extLst>
          </p:cNvPr>
          <p:cNvSpPr/>
          <p:nvPr/>
        </p:nvSpPr>
        <p:spPr>
          <a:xfrm>
            <a:off x="457200" y="60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201F1E"/>
                </a:solidFill>
                <a:effectLst/>
                <a:latin typeface="Calibri" panose="020F0502020204030204" pitchFamily="34" charset="0"/>
              </a:rPr>
              <a:t>Fabric surrounds today's systems</a:t>
            </a:r>
          </a:p>
          <a:p>
            <a:pPr algn="l">
              <a:buNone/>
            </a:pPr>
            <a:r>
              <a:rPr lang="en-US" sz="100">
                <a:effectLst/>
              </a:rPr>
              <a:t> </a:t>
            </a:r>
            <a:endParaRPr lang="en-US"/>
          </a:p>
        </p:txBody>
      </p:sp>
      <p:sp>
        <p:nvSpPr>
          <p:cNvPr id="148" name="Rectangle 147">
            <a:extLst>
              <a:ext uri="{FF2B5EF4-FFF2-40B4-BE49-F238E27FC236}">
                <a16:creationId xmlns:a16="http://schemas.microsoft.com/office/drawing/2014/main" id="{9F791284-F69B-C5FE-6CE3-98862A84EF6B}"/>
              </a:ext>
            </a:extLst>
          </p:cNvPr>
          <p:cNvSpPr/>
          <p:nvPr/>
        </p:nvSpPr>
        <p:spPr>
          <a:xfrm>
            <a:off x="457200" y="638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Calibri" panose="020F0502020204030204" pitchFamily="34" charset="0"/>
              </a:rPr>
              <a:t>Source: Solution Envisioning Output slides 14-16; Microsoft Learn: Real-Time Intelligence overview, Fabric Activator, Fabric data agent in Copilot Studio</a:t>
            </a:r>
          </a:p>
          <a:p>
            <a:pPr algn="l">
              <a:buNone/>
            </a:pPr>
            <a:r>
              <a:rPr lang="en-US" sz="100">
                <a:effectLst/>
              </a:rPr>
              <a:t> </a:t>
            </a:r>
            <a:endParaRPr lang="en-US"/>
          </a:p>
        </p:txBody>
      </p:sp>
      <p:pic>
        <p:nvPicPr>
          <p:cNvPr id="221" name="Picture 220" descr="Production architecture: sources, ingest, Microsoft Fabric (Eventhouse, Lakehouse, ops model, Activator), experiences and users, governed by Entra ID, row-level security and Purview.">
            <a:extLst>
              <a:ext uri="{FF2B5EF4-FFF2-40B4-BE49-F238E27FC236}">
                <a16:creationId xmlns:a16="http://schemas.microsoft.com/office/drawing/2014/main" id="{1009DCBB-0839-6897-02F7-A91561540333}"/>
              </a:ext>
            </a:extLst>
          </p:cNvPr>
          <p:cNvPicPr>
            <a:picLocks noChangeAspect="1"/>
          </p:cNvPicPr>
          <p:nvPr/>
        </p:nvPicPr>
        <p:blipFill>
          <a:blip r:embed="rId3"/>
          <a:stretch>
            <a:fillRect/>
          </a:stretch>
        </p:blipFill>
        <p:spPr>
          <a:xfrm>
            <a:off x="458713" y="1250543"/>
            <a:ext cx="11274574" cy="4946914"/>
          </a:xfrm>
          <a:prstGeom prst="rect">
            <a:avLst/>
          </a:prstGeom>
        </p:spPr>
      </p:pic>
      <p:sp>
        <p:nvSpPr>
          <p:cNvPr id="245" name="Rectangle 244">
            <a:extLst>
              <a:ext uri="{FF2B5EF4-FFF2-40B4-BE49-F238E27FC236}">
                <a16:creationId xmlns:a16="http://schemas.microsoft.com/office/drawing/2014/main" id="{05935AD0-EFB9-07CA-D762-932CEFEA1BAD}"/>
              </a:ext>
            </a:extLst>
          </p:cNvPr>
          <p:cNvSpPr/>
          <p:nvPr/>
        </p:nvSpPr>
        <p:spPr>
          <a:xfrm>
            <a:off x="457200" y="30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5A9E"/>
                </a:solidFill>
                <a:effectLst/>
                <a:latin typeface="Calibri" panose="020F0502020204030204" pitchFamily="34" charset="0"/>
              </a:rPr>
              <a:t>TO-BE · HORIZON 2</a:t>
            </a:r>
          </a:p>
          <a:p>
            <a:pPr algn="l">
              <a:buNone/>
            </a:pPr>
            <a:r>
              <a:rPr lang="en-US" sz="100">
                <a:effectLst/>
              </a:rPr>
              <a:t> </a:t>
            </a:r>
            <a:endParaRPr lang="en-US"/>
          </a:p>
        </p:txBody>
      </p:sp>
    </p:spTree>
    <p:extLst>
      <p:ext uri="{BB962C8B-B14F-4D97-AF65-F5344CB8AC3E}">
        <p14:creationId xmlns:p14="http://schemas.microsoft.com/office/powerpoint/2010/main" val="3827755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157" name="Rectangle 156">
            <a:extLst>
              <a:ext uri="{FF2B5EF4-FFF2-40B4-BE49-F238E27FC236}">
                <a16:creationId xmlns:a16="http://schemas.microsoft.com/office/drawing/2014/main" id="{87A6E7C8-2744-E434-4140-F916BC49BEBB}"/>
              </a:ext>
            </a:extLst>
          </p:cNvPr>
          <p:cNvSpPr/>
          <p:nvPr/>
        </p:nvSpPr>
        <p:spPr>
          <a:xfrm>
            <a:off x="457200" y="60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201F1E"/>
                </a:solidFill>
                <a:effectLst/>
                <a:latin typeface="Calibri" panose="020F0502020204030204" pitchFamily="34" charset="0"/>
              </a:rPr>
              <a:t>Exceptions reach an owner in minutes</a:t>
            </a:r>
          </a:p>
          <a:p>
            <a:pPr algn="l">
              <a:buNone/>
            </a:pPr>
            <a:r>
              <a:rPr lang="en-US" sz="100">
                <a:effectLst/>
              </a:rPr>
              <a:t> </a:t>
            </a:r>
            <a:endParaRPr lang="en-US"/>
          </a:p>
        </p:txBody>
      </p:sp>
      <p:sp>
        <p:nvSpPr>
          <p:cNvPr id="163" name="Rectangle 162">
            <a:extLst>
              <a:ext uri="{FF2B5EF4-FFF2-40B4-BE49-F238E27FC236}">
                <a16:creationId xmlns:a16="http://schemas.microsoft.com/office/drawing/2014/main" id="{475D44A8-DF1C-E2B9-F2AE-747359B69A0D}"/>
              </a:ext>
            </a:extLst>
          </p:cNvPr>
          <p:cNvSpPr/>
          <p:nvPr/>
        </p:nvSpPr>
        <p:spPr>
          <a:xfrm>
            <a:off x="457200" y="638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Calibri" panose="020F0502020204030204" pitchFamily="34" charset="0"/>
              </a:rPr>
              <a:t>Source: Solution Envisioning Output slides 3, 11, 14 and 17; Microsoft Learn: What is Fabric Activator?</a:t>
            </a:r>
          </a:p>
          <a:p>
            <a:pPr algn="l">
              <a:buNone/>
            </a:pPr>
            <a:r>
              <a:rPr lang="en-US" sz="100">
                <a:effectLst/>
              </a:rPr>
              <a:t> </a:t>
            </a:r>
            <a:endParaRPr lang="en-US"/>
          </a:p>
        </p:txBody>
      </p:sp>
      <p:pic>
        <p:nvPicPr>
          <p:cNvPr id="222" name="Picture 221" descr="Six-step flow: Eventstreams sense, Activator detects, Power Automate routes, Teams Adaptive Card notifies, owner acts, OneLake audits; with 2 minute, 5 minute and five-rule targets.">
            <a:extLst>
              <a:ext uri="{FF2B5EF4-FFF2-40B4-BE49-F238E27FC236}">
                <a16:creationId xmlns:a16="http://schemas.microsoft.com/office/drawing/2014/main" id="{C91E6F1D-B544-1F45-61FD-DE46F525C201}"/>
              </a:ext>
            </a:extLst>
          </p:cNvPr>
          <p:cNvPicPr>
            <a:picLocks noChangeAspect="1"/>
          </p:cNvPicPr>
          <p:nvPr/>
        </p:nvPicPr>
        <p:blipFill>
          <a:blip r:embed="rId3"/>
          <a:stretch>
            <a:fillRect/>
          </a:stretch>
        </p:blipFill>
        <p:spPr>
          <a:xfrm>
            <a:off x="458713" y="1250543"/>
            <a:ext cx="11274574" cy="4946914"/>
          </a:xfrm>
          <a:prstGeom prst="rect">
            <a:avLst/>
          </a:prstGeom>
        </p:spPr>
      </p:pic>
      <p:sp>
        <p:nvSpPr>
          <p:cNvPr id="252" name="Rectangle 251">
            <a:extLst>
              <a:ext uri="{FF2B5EF4-FFF2-40B4-BE49-F238E27FC236}">
                <a16:creationId xmlns:a16="http://schemas.microsoft.com/office/drawing/2014/main" id="{A9FB95CB-AB9E-C5B0-46D9-BABF9281E7B7}"/>
              </a:ext>
            </a:extLst>
          </p:cNvPr>
          <p:cNvSpPr/>
          <p:nvPr/>
        </p:nvSpPr>
        <p:spPr>
          <a:xfrm>
            <a:off x="457200" y="30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5A9E"/>
                </a:solidFill>
                <a:effectLst/>
                <a:latin typeface="Calibri" panose="020F0502020204030204" pitchFamily="34" charset="0"/>
              </a:rPr>
              <a:t>TO-BE · RUNTIME FLOW</a:t>
            </a:r>
          </a:p>
          <a:p>
            <a:pPr algn="l">
              <a:buNone/>
            </a:pPr>
            <a:r>
              <a:rPr lang="en-US" sz="100">
                <a:effectLst/>
              </a:rPr>
              <a:t> </a:t>
            </a:r>
            <a:endParaRPr lang="en-US"/>
          </a:p>
        </p:txBody>
      </p:sp>
    </p:spTree>
    <p:extLst>
      <p:ext uri="{BB962C8B-B14F-4D97-AF65-F5344CB8AC3E}">
        <p14:creationId xmlns:p14="http://schemas.microsoft.com/office/powerpoint/2010/main" val="247034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178" name="Rectangle 177">
            <a:extLst>
              <a:ext uri="{FF2B5EF4-FFF2-40B4-BE49-F238E27FC236}">
                <a16:creationId xmlns:a16="http://schemas.microsoft.com/office/drawing/2014/main" id="{15509531-E989-1274-1F5E-F131820D2D57}"/>
              </a:ext>
            </a:extLst>
          </p:cNvPr>
          <p:cNvSpPr/>
          <p:nvPr/>
        </p:nvSpPr>
        <p:spPr>
          <a:xfrm>
            <a:off x="457200" y="60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201F1E"/>
                </a:solidFill>
                <a:effectLst/>
                <a:latin typeface="Calibri" panose="020F0502020204030204" pitchFamily="34" charset="0"/>
              </a:rPr>
              <a:t>Each quality target has an answer</a:t>
            </a:r>
          </a:p>
          <a:p>
            <a:pPr algn="l">
              <a:buNone/>
            </a:pPr>
            <a:r>
              <a:rPr lang="en-US" sz="100">
                <a:effectLst/>
              </a:rPr>
              <a:t> </a:t>
            </a:r>
            <a:endParaRPr lang="en-US"/>
          </a:p>
        </p:txBody>
      </p:sp>
      <p:sp>
        <p:nvSpPr>
          <p:cNvPr id="187" name="Rectangle 186">
            <a:extLst>
              <a:ext uri="{FF2B5EF4-FFF2-40B4-BE49-F238E27FC236}">
                <a16:creationId xmlns:a16="http://schemas.microsoft.com/office/drawing/2014/main" id="{A3232F36-2859-11A8-000E-80ADD7266DD1}"/>
              </a:ext>
            </a:extLst>
          </p:cNvPr>
          <p:cNvSpPr/>
          <p:nvPr/>
        </p:nvSpPr>
        <p:spPr>
          <a:xfrm>
            <a:off x="457200" y="638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Calibri" panose="020F0502020204030204" pitchFamily="34" charset="0"/>
              </a:rPr>
              <a:t>Source: Requirements Definition section 10; Microsoft Learn guidance named on each card</a:t>
            </a:r>
          </a:p>
          <a:p>
            <a:pPr algn="l">
              <a:buNone/>
            </a:pPr>
            <a:r>
              <a:rPr lang="en-US" sz="100">
                <a:effectLst/>
              </a:rPr>
              <a:t> </a:t>
            </a:r>
            <a:endParaRPr lang="en-US"/>
          </a:p>
        </p:txBody>
      </p:sp>
      <p:pic>
        <p:nvPicPr>
          <p:cNvPr id="223" name="Picture 222" descr="Seven non-functional design answers: performance, accessibility, responsive, explainability, safety boundary, observability, identity and access; plus a data residency check before phase 2.">
            <a:extLst>
              <a:ext uri="{FF2B5EF4-FFF2-40B4-BE49-F238E27FC236}">
                <a16:creationId xmlns:a16="http://schemas.microsoft.com/office/drawing/2014/main" id="{B217CF0B-1215-61E5-8945-C7758A540D2D}"/>
              </a:ext>
            </a:extLst>
          </p:cNvPr>
          <p:cNvPicPr>
            <a:picLocks noChangeAspect="1"/>
          </p:cNvPicPr>
          <p:nvPr/>
        </p:nvPicPr>
        <p:blipFill>
          <a:blip r:embed="rId3"/>
          <a:stretch>
            <a:fillRect/>
          </a:stretch>
        </p:blipFill>
        <p:spPr>
          <a:xfrm>
            <a:off x="458713" y="1250543"/>
            <a:ext cx="11274574" cy="4946914"/>
          </a:xfrm>
          <a:prstGeom prst="rect">
            <a:avLst/>
          </a:prstGeom>
        </p:spPr>
      </p:pic>
      <p:sp>
        <p:nvSpPr>
          <p:cNvPr id="260" name="Rectangle 259">
            <a:extLst>
              <a:ext uri="{FF2B5EF4-FFF2-40B4-BE49-F238E27FC236}">
                <a16:creationId xmlns:a16="http://schemas.microsoft.com/office/drawing/2014/main" id="{B0C644E7-3E24-249D-405D-1913D3BA9851}"/>
              </a:ext>
            </a:extLst>
          </p:cNvPr>
          <p:cNvSpPr/>
          <p:nvPr/>
        </p:nvSpPr>
        <p:spPr>
          <a:xfrm>
            <a:off x="457200" y="30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5A9E"/>
                </a:solidFill>
                <a:effectLst/>
                <a:latin typeface="Calibri" panose="020F0502020204030204" pitchFamily="34" charset="0"/>
              </a:rPr>
              <a:t>NON-FUNCTIONAL REQUIREMENTS</a:t>
            </a:r>
          </a:p>
          <a:p>
            <a:pPr algn="l">
              <a:buNone/>
            </a:pPr>
            <a:r>
              <a:rPr lang="en-US" sz="100">
                <a:effectLst/>
              </a:rPr>
              <a:t> </a:t>
            </a:r>
            <a:endParaRPr lang="en-US"/>
          </a:p>
        </p:txBody>
      </p:sp>
    </p:spTree>
    <p:extLst>
      <p:ext uri="{BB962C8B-B14F-4D97-AF65-F5344CB8AC3E}">
        <p14:creationId xmlns:p14="http://schemas.microsoft.com/office/powerpoint/2010/main" val="1249098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208" name="Rectangle 207">
            <a:extLst>
              <a:ext uri="{FF2B5EF4-FFF2-40B4-BE49-F238E27FC236}">
                <a16:creationId xmlns:a16="http://schemas.microsoft.com/office/drawing/2014/main" id="{D82014D7-DA67-F997-EC99-E504A2C309DF}"/>
              </a:ext>
            </a:extLst>
          </p:cNvPr>
          <p:cNvSpPr/>
          <p:nvPr/>
        </p:nvSpPr>
        <p:spPr>
          <a:xfrm>
            <a:off x="457200" y="600000"/>
            <a:ext cx="112776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201F1E"/>
                </a:solidFill>
                <a:effectLst/>
                <a:latin typeface="Calibri" panose="020F0502020204030204" pitchFamily="34" charset="0"/>
              </a:rPr>
              <a:t>Next steps: owners and decisions</a:t>
            </a:r>
          </a:p>
          <a:p>
            <a:pPr algn="l">
              <a:buNone/>
            </a:pPr>
            <a:r>
              <a:rPr lang="en-US" sz="100">
                <a:effectLst/>
              </a:rPr>
              <a:t> </a:t>
            </a:r>
            <a:endParaRPr lang="en-US"/>
          </a:p>
        </p:txBody>
      </p:sp>
      <p:sp>
        <p:nvSpPr>
          <p:cNvPr id="220" name="Rectangle 219">
            <a:extLst>
              <a:ext uri="{FF2B5EF4-FFF2-40B4-BE49-F238E27FC236}">
                <a16:creationId xmlns:a16="http://schemas.microsoft.com/office/drawing/2014/main" id="{214FAEA6-02DD-95E3-CAF5-A10D3A42F8F2}"/>
              </a:ext>
            </a:extLst>
          </p:cNvPr>
          <p:cNvSpPr/>
          <p:nvPr/>
        </p:nvSpPr>
        <p:spPr>
          <a:xfrm>
            <a:off x="457200" y="638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Calibri" panose="020F0502020204030204" pitchFamily="34" charset="0"/>
              </a:rPr>
              <a:t>Source: Solution Envisioning Output slides 15 and 18; Requirements Definition section 15</a:t>
            </a:r>
          </a:p>
          <a:p>
            <a:pPr algn="l">
              <a:buNone/>
            </a:pPr>
            <a:r>
              <a:rPr lang="en-US" sz="100">
                <a:effectLst/>
              </a:rPr>
              <a:t> </a:t>
            </a:r>
            <a:endParaRPr lang="en-US"/>
          </a:p>
        </p:txBody>
      </p:sp>
      <p:pic>
        <p:nvPicPr>
          <p:cNvPr id="224" name="Picture 223" descr="Three architecture design sessions with the decisions each must close, and what each owner must deliver, ending with the 11 Jan 2027 build start.">
            <a:extLst>
              <a:ext uri="{FF2B5EF4-FFF2-40B4-BE49-F238E27FC236}">
                <a16:creationId xmlns:a16="http://schemas.microsoft.com/office/drawing/2014/main" id="{C68F8614-2728-814A-B1F2-C7330161E9B0}"/>
              </a:ext>
            </a:extLst>
          </p:cNvPr>
          <p:cNvPicPr>
            <a:picLocks noChangeAspect="1"/>
          </p:cNvPicPr>
          <p:nvPr/>
        </p:nvPicPr>
        <p:blipFill>
          <a:blip r:embed="rId3"/>
          <a:stretch>
            <a:fillRect/>
          </a:stretch>
        </p:blipFill>
        <p:spPr>
          <a:xfrm>
            <a:off x="458713" y="1250543"/>
            <a:ext cx="11274574" cy="4946914"/>
          </a:xfrm>
          <a:prstGeom prst="rect">
            <a:avLst/>
          </a:prstGeom>
        </p:spPr>
      </p:pic>
      <p:sp>
        <p:nvSpPr>
          <p:cNvPr id="269" name="Rectangle 268">
            <a:extLst>
              <a:ext uri="{FF2B5EF4-FFF2-40B4-BE49-F238E27FC236}">
                <a16:creationId xmlns:a16="http://schemas.microsoft.com/office/drawing/2014/main" id="{BA79F2BB-938E-2CAD-545E-D6B4EC4BE25B}"/>
              </a:ext>
            </a:extLst>
          </p:cNvPr>
          <p:cNvSpPr/>
          <p:nvPr/>
        </p:nvSpPr>
        <p:spPr>
          <a:xfrm>
            <a:off x="457200" y="300000"/>
            <a:ext cx="11277600"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83200"/>
                </a:solidFill>
                <a:effectLst/>
                <a:latin typeface="Calibri" panose="020F0502020204030204" pitchFamily="34" charset="0"/>
              </a:rPr>
              <a:t>NEXT STEPS  ·  OWNERS AND DECISIONS</a:t>
            </a:r>
          </a:p>
          <a:p>
            <a:pPr algn="l">
              <a:buNone/>
            </a:pPr>
            <a:r>
              <a:rPr lang="en-US" sz="100">
                <a:effectLst/>
              </a:rPr>
              <a:t> </a:t>
            </a:r>
            <a:endParaRPr lang="en-US"/>
          </a:p>
        </p:txBody>
      </p:sp>
    </p:spTree>
    <p:extLst>
      <p:ext uri="{BB962C8B-B14F-4D97-AF65-F5344CB8AC3E}">
        <p14:creationId xmlns:p14="http://schemas.microsoft.com/office/powerpoint/2010/main" val="1958738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TotalTime>
  <Words>668</Words>
  <Application>Microsoft Office PowerPoint</Application>
  <PresentationFormat>ワイド画面</PresentationFormat>
  <Paragraphs>76</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Daiyu Hatakeyama</cp:lastModifiedBy>
  <cp:revision>17</cp:revision>
  <dcterms:created xsi:type="dcterms:W3CDTF">2026-10-28T03:34:07Z</dcterms:created>
  <dcterms:modified xsi:type="dcterms:W3CDTF">2026-10-28T06:49:48Z</dcterms:modified>
  <cp:category/>
</cp:coreProperties>
</file>